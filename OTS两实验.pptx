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4C4079-049F-4D11-A53D-BCF48CBBDE6B}" v="15" dt="2026-08-30T12:26:02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72" y="1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ohan yu" userId="d72680ed762d024a" providerId="LiveId" clId="{2D1876A4-4DA7-4B08-BD2D-83EA0E7CF0B9}"/>
    <pc:docChg chg="undo custSel addSld modSld">
      <pc:chgData name="haohan yu" userId="d72680ed762d024a" providerId="LiveId" clId="{2D1876A4-4DA7-4B08-BD2D-83EA0E7CF0B9}" dt="2026-08-30T12:26:02.080" v="3928"/>
      <pc:docMkLst>
        <pc:docMk/>
      </pc:docMkLst>
      <pc:sldChg chg="addSp delSp modSp new mod">
        <pc:chgData name="haohan yu" userId="d72680ed762d024a" providerId="LiveId" clId="{2D1876A4-4DA7-4B08-BD2D-83EA0E7CF0B9}" dt="2026-08-30T12:04:38.422" v="3927" actId="13926"/>
        <pc:sldMkLst>
          <pc:docMk/>
          <pc:sldMk cId="2334817009" sldId="256"/>
        </pc:sldMkLst>
        <pc:spChg chg="mod">
          <ac:chgData name="haohan yu" userId="d72680ed762d024a" providerId="LiveId" clId="{2D1876A4-4DA7-4B08-BD2D-83EA0E7CF0B9}" dt="2026-08-30T12:04:38.422" v="3927" actId="13926"/>
          <ac:spMkLst>
            <pc:docMk/>
            <pc:sldMk cId="2334817009" sldId="256"/>
            <ac:spMk id="2" creationId="{FB76719B-AB02-1D6D-CF15-102D57FE4C36}"/>
          </ac:spMkLst>
        </pc:spChg>
        <pc:spChg chg="del">
          <ac:chgData name="haohan yu" userId="d72680ed762d024a" providerId="LiveId" clId="{2D1876A4-4DA7-4B08-BD2D-83EA0E7CF0B9}" dt="2026-08-30T08:08:45.210" v="6" actId="478"/>
          <ac:spMkLst>
            <pc:docMk/>
            <pc:sldMk cId="2334817009" sldId="256"/>
            <ac:spMk id="3" creationId="{1C386BD2-537D-3126-0770-FF03A90BDDBF}"/>
          </ac:spMkLst>
        </pc:spChg>
        <pc:spChg chg="add mod">
          <ac:chgData name="haohan yu" userId="d72680ed762d024a" providerId="LiveId" clId="{2D1876A4-4DA7-4B08-BD2D-83EA0E7CF0B9}" dt="2026-08-30T11:30:13.366" v="3924" actId="1076"/>
          <ac:spMkLst>
            <pc:docMk/>
            <pc:sldMk cId="2334817009" sldId="256"/>
            <ac:spMk id="3" creationId="{F0561430-246A-E0AA-3FA2-15D3900BA905}"/>
          </ac:spMkLst>
        </pc:spChg>
      </pc:sldChg>
      <pc:sldChg chg="modSp new mod">
        <pc:chgData name="haohan yu" userId="d72680ed762d024a" providerId="LiveId" clId="{2D1876A4-4DA7-4B08-BD2D-83EA0E7CF0B9}" dt="2026-08-30T08:41:12.214" v="400" actId="20577"/>
        <pc:sldMkLst>
          <pc:docMk/>
          <pc:sldMk cId="947642616" sldId="257"/>
        </pc:sldMkLst>
        <pc:spChg chg="mod">
          <ac:chgData name="haohan yu" userId="d72680ed762d024a" providerId="LiveId" clId="{2D1876A4-4DA7-4B08-BD2D-83EA0E7CF0B9}" dt="2026-08-30T08:15:48.900" v="25" actId="20577"/>
          <ac:spMkLst>
            <pc:docMk/>
            <pc:sldMk cId="947642616" sldId="257"/>
            <ac:spMk id="2" creationId="{4887C552-9009-D79A-2F56-239D819CC302}"/>
          </ac:spMkLst>
        </pc:spChg>
        <pc:spChg chg="mod">
          <ac:chgData name="haohan yu" userId="d72680ed762d024a" providerId="LiveId" clId="{2D1876A4-4DA7-4B08-BD2D-83EA0E7CF0B9}" dt="2026-08-30T08:41:12.214" v="400" actId="20577"/>
          <ac:spMkLst>
            <pc:docMk/>
            <pc:sldMk cId="947642616" sldId="257"/>
            <ac:spMk id="3" creationId="{F09E90E6-E0C9-4D2A-D579-78B65240124B}"/>
          </ac:spMkLst>
        </pc:spChg>
      </pc:sldChg>
      <pc:sldChg chg="addSp modSp new mod">
        <pc:chgData name="haohan yu" userId="d72680ed762d024a" providerId="LiveId" clId="{2D1876A4-4DA7-4B08-BD2D-83EA0E7CF0B9}" dt="2026-08-30T09:18:06.826" v="1167" actId="14100"/>
        <pc:sldMkLst>
          <pc:docMk/>
          <pc:sldMk cId="1571925684" sldId="258"/>
        </pc:sldMkLst>
        <pc:spChg chg="mod">
          <ac:chgData name="haohan yu" userId="d72680ed762d024a" providerId="LiveId" clId="{2D1876A4-4DA7-4B08-BD2D-83EA0E7CF0B9}" dt="2026-08-30T09:17:23.825" v="1154" actId="1076"/>
          <ac:spMkLst>
            <pc:docMk/>
            <pc:sldMk cId="1571925684" sldId="258"/>
            <ac:spMk id="2" creationId="{4C117FF6-B7D2-7471-8614-267C410336CC}"/>
          </ac:spMkLst>
        </pc:spChg>
        <pc:spChg chg="mod">
          <ac:chgData name="haohan yu" userId="d72680ed762d024a" providerId="LiveId" clId="{2D1876A4-4DA7-4B08-BD2D-83EA0E7CF0B9}" dt="2026-08-30T09:17:52.210" v="1164" actId="5793"/>
          <ac:spMkLst>
            <pc:docMk/>
            <pc:sldMk cId="1571925684" sldId="258"/>
            <ac:spMk id="3" creationId="{A5F12A6E-375F-933C-90BF-9171BF849E69}"/>
          </ac:spMkLst>
        </pc:spChg>
        <pc:picChg chg="add mod">
          <ac:chgData name="haohan yu" userId="d72680ed762d024a" providerId="LiveId" clId="{2D1876A4-4DA7-4B08-BD2D-83EA0E7CF0B9}" dt="2026-08-30T09:17:58.393" v="1166" actId="1076"/>
          <ac:picMkLst>
            <pc:docMk/>
            <pc:sldMk cId="1571925684" sldId="258"/>
            <ac:picMk id="5" creationId="{5FFC237F-85B9-DE3F-7F94-1E9CD24BF62C}"/>
          </ac:picMkLst>
        </pc:picChg>
        <pc:picChg chg="add mod">
          <ac:chgData name="haohan yu" userId="d72680ed762d024a" providerId="LiveId" clId="{2D1876A4-4DA7-4B08-BD2D-83EA0E7CF0B9}" dt="2026-08-30T09:18:06.826" v="1167" actId="14100"/>
          <ac:picMkLst>
            <pc:docMk/>
            <pc:sldMk cId="1571925684" sldId="258"/>
            <ac:picMk id="7" creationId="{9753D7C2-4539-BEA1-1FA0-E0B08867A5AF}"/>
          </ac:picMkLst>
        </pc:picChg>
      </pc:sldChg>
      <pc:sldChg chg="addSp delSp modSp new mod">
        <pc:chgData name="haohan yu" userId="d72680ed762d024a" providerId="LiveId" clId="{2D1876A4-4DA7-4B08-BD2D-83EA0E7CF0B9}" dt="2026-08-30T09:07:56.910" v="914" actId="20577"/>
        <pc:sldMkLst>
          <pc:docMk/>
          <pc:sldMk cId="318328831" sldId="259"/>
        </pc:sldMkLst>
        <pc:spChg chg="mod">
          <ac:chgData name="haohan yu" userId="d72680ed762d024a" providerId="LiveId" clId="{2D1876A4-4DA7-4B08-BD2D-83EA0E7CF0B9}" dt="2026-08-30T08:57:20.572" v="665" actId="20577"/>
          <ac:spMkLst>
            <pc:docMk/>
            <pc:sldMk cId="318328831" sldId="259"/>
            <ac:spMk id="2" creationId="{19E497F2-F8AA-5B14-E364-134CF300DF2F}"/>
          </ac:spMkLst>
        </pc:spChg>
        <pc:spChg chg="mod">
          <ac:chgData name="haohan yu" userId="d72680ed762d024a" providerId="LiveId" clId="{2D1876A4-4DA7-4B08-BD2D-83EA0E7CF0B9}" dt="2026-08-30T09:05:41.166" v="802" actId="14100"/>
          <ac:spMkLst>
            <pc:docMk/>
            <pc:sldMk cId="318328831" sldId="259"/>
            <ac:spMk id="3" creationId="{520EF20D-7F52-4027-122D-589D2D125F52}"/>
          </ac:spMkLst>
        </pc:spChg>
        <pc:spChg chg="add mod">
          <ac:chgData name="haohan yu" userId="d72680ed762d024a" providerId="LiveId" clId="{2D1876A4-4DA7-4B08-BD2D-83EA0E7CF0B9}" dt="2026-08-30T09:07:50.616" v="906" actId="20577"/>
          <ac:spMkLst>
            <pc:docMk/>
            <pc:sldMk cId="318328831" sldId="259"/>
            <ac:spMk id="18" creationId="{E188EBCB-72D4-538E-A335-0D1E78BB73F0}"/>
          </ac:spMkLst>
        </pc:spChg>
        <pc:spChg chg="add mod">
          <ac:chgData name="haohan yu" userId="d72680ed762d024a" providerId="LiveId" clId="{2D1876A4-4DA7-4B08-BD2D-83EA0E7CF0B9}" dt="2026-08-30T09:07:56.910" v="914" actId="20577"/>
          <ac:spMkLst>
            <pc:docMk/>
            <pc:sldMk cId="318328831" sldId="259"/>
            <ac:spMk id="19" creationId="{3CDC62C6-E6A4-4238-327A-01F258044F05}"/>
          </ac:spMkLst>
        </pc:spChg>
        <pc:spChg chg="add mod">
          <ac:chgData name="haohan yu" userId="d72680ed762d024a" providerId="LiveId" clId="{2D1876A4-4DA7-4B08-BD2D-83EA0E7CF0B9}" dt="2026-08-30T09:07:34.600" v="898" actId="1076"/>
          <ac:spMkLst>
            <pc:docMk/>
            <pc:sldMk cId="318328831" sldId="259"/>
            <ac:spMk id="20" creationId="{D58482F1-20F8-2A1F-401E-ED93B5A0B0AC}"/>
          </ac:spMkLst>
        </pc:spChg>
        <pc:picChg chg="add mod">
          <ac:chgData name="haohan yu" userId="d72680ed762d024a" providerId="LiveId" clId="{2D1876A4-4DA7-4B08-BD2D-83EA0E7CF0B9}" dt="2026-08-30T09:00:35.470" v="743" actId="1076"/>
          <ac:picMkLst>
            <pc:docMk/>
            <pc:sldMk cId="318328831" sldId="259"/>
            <ac:picMk id="5" creationId="{A539E060-46B2-6E44-42BC-0058AB4BF921}"/>
          </ac:picMkLst>
        </pc:picChg>
        <pc:picChg chg="add mod">
          <ac:chgData name="haohan yu" userId="d72680ed762d024a" providerId="LiveId" clId="{2D1876A4-4DA7-4B08-BD2D-83EA0E7CF0B9}" dt="2026-08-30T09:05:09.632" v="782" actId="1076"/>
          <ac:picMkLst>
            <pc:docMk/>
            <pc:sldMk cId="318328831" sldId="259"/>
            <ac:picMk id="7" creationId="{1B14CE24-CB96-333C-B892-F553784ACDCF}"/>
          </ac:picMkLst>
        </pc:picChg>
        <pc:picChg chg="add mod">
          <ac:chgData name="haohan yu" userId="d72680ed762d024a" providerId="LiveId" clId="{2D1876A4-4DA7-4B08-BD2D-83EA0E7CF0B9}" dt="2026-08-30T09:05:12.936" v="783" actId="1076"/>
          <ac:picMkLst>
            <pc:docMk/>
            <pc:sldMk cId="318328831" sldId="259"/>
            <ac:picMk id="9" creationId="{1079DF89-B18D-EAC3-DCAD-3071EC1F3203}"/>
          </ac:picMkLst>
        </pc:picChg>
        <pc:picChg chg="add del mod">
          <ac:chgData name="haohan yu" userId="d72680ed762d024a" providerId="LiveId" clId="{2D1876A4-4DA7-4B08-BD2D-83EA0E7CF0B9}" dt="2026-08-30T09:03:50.507" v="763" actId="478"/>
          <ac:picMkLst>
            <pc:docMk/>
            <pc:sldMk cId="318328831" sldId="259"/>
            <ac:picMk id="11" creationId="{C7925FC2-BD31-17B2-5BEF-2A156EF6031B}"/>
          </ac:picMkLst>
        </pc:picChg>
        <pc:picChg chg="add mod">
          <ac:chgData name="haohan yu" userId="d72680ed762d024a" providerId="LiveId" clId="{2D1876A4-4DA7-4B08-BD2D-83EA0E7CF0B9}" dt="2026-08-30T09:05:49.230" v="803" actId="1076"/>
          <ac:picMkLst>
            <pc:docMk/>
            <pc:sldMk cId="318328831" sldId="259"/>
            <ac:picMk id="13" creationId="{01AB62A3-0FAC-2B42-1513-D0BD21009270}"/>
          </ac:picMkLst>
        </pc:picChg>
        <pc:picChg chg="add del mod">
          <ac:chgData name="haohan yu" userId="d72680ed762d024a" providerId="LiveId" clId="{2D1876A4-4DA7-4B08-BD2D-83EA0E7CF0B9}" dt="2026-08-30T09:04:25.445" v="774" actId="478"/>
          <ac:picMkLst>
            <pc:docMk/>
            <pc:sldMk cId="318328831" sldId="259"/>
            <ac:picMk id="15" creationId="{CB27E458-FC4D-20F1-E1BF-D977B2347EDA}"/>
          </ac:picMkLst>
        </pc:picChg>
        <pc:picChg chg="add mod modCrop">
          <ac:chgData name="haohan yu" userId="d72680ed762d024a" providerId="LiveId" clId="{2D1876A4-4DA7-4B08-BD2D-83EA0E7CF0B9}" dt="2026-08-30T09:05:49.230" v="803" actId="1076"/>
          <ac:picMkLst>
            <pc:docMk/>
            <pc:sldMk cId="318328831" sldId="259"/>
            <ac:picMk id="17" creationId="{24E4F2E3-27E4-48BB-4538-90FDF7D254FB}"/>
          </ac:picMkLst>
        </pc:picChg>
      </pc:sldChg>
      <pc:sldChg chg="addSp modSp new mod">
        <pc:chgData name="haohan yu" userId="d72680ed762d024a" providerId="LiveId" clId="{2D1876A4-4DA7-4B08-BD2D-83EA0E7CF0B9}" dt="2026-08-30T12:26:02.080" v="3928"/>
        <pc:sldMkLst>
          <pc:docMk/>
          <pc:sldMk cId="50587473" sldId="260"/>
        </pc:sldMkLst>
        <pc:spChg chg="mod">
          <ac:chgData name="haohan yu" userId="d72680ed762d024a" providerId="LiveId" clId="{2D1876A4-4DA7-4B08-BD2D-83EA0E7CF0B9}" dt="2026-08-30T09:08:13.204" v="934" actId="20577"/>
          <ac:spMkLst>
            <pc:docMk/>
            <pc:sldMk cId="50587473" sldId="260"/>
            <ac:spMk id="2" creationId="{7B163B1F-795E-D7BA-8194-A0651E40A504}"/>
          </ac:spMkLst>
        </pc:spChg>
        <pc:spChg chg="mod">
          <ac:chgData name="haohan yu" userId="d72680ed762d024a" providerId="LiveId" clId="{2D1876A4-4DA7-4B08-BD2D-83EA0E7CF0B9}" dt="2026-08-30T11:31:30.748" v="3926" actId="20577"/>
          <ac:spMkLst>
            <pc:docMk/>
            <pc:sldMk cId="50587473" sldId="260"/>
            <ac:spMk id="3" creationId="{C09510B2-7D58-F994-2618-CD0DDFAFF93F}"/>
          </ac:spMkLst>
        </pc:spChg>
        <pc:picChg chg="add mod">
          <ac:chgData name="haohan yu" userId="d72680ed762d024a" providerId="LiveId" clId="{2D1876A4-4DA7-4B08-BD2D-83EA0E7CF0B9}" dt="2026-08-30T09:09:28.911" v="975" actId="1076"/>
          <ac:picMkLst>
            <pc:docMk/>
            <pc:sldMk cId="50587473" sldId="260"/>
            <ac:picMk id="5" creationId="{B86D449A-5054-9865-1A28-5901550AACFF}"/>
          </ac:picMkLst>
        </pc:picChg>
        <pc:picChg chg="add mod">
          <ac:chgData name="haohan yu" userId="d72680ed762d024a" providerId="LiveId" clId="{2D1876A4-4DA7-4B08-BD2D-83EA0E7CF0B9}" dt="2026-08-30T09:11:32.221" v="1046" actId="1076"/>
          <ac:picMkLst>
            <pc:docMk/>
            <pc:sldMk cId="50587473" sldId="260"/>
            <ac:picMk id="7" creationId="{A0075FBF-3B3F-56D6-83A4-C54FE1989285}"/>
          </ac:picMkLst>
        </pc:picChg>
        <pc:picChg chg="add mod">
          <ac:chgData name="haohan yu" userId="d72680ed762d024a" providerId="LiveId" clId="{2D1876A4-4DA7-4B08-BD2D-83EA0E7CF0B9}" dt="2026-08-30T09:16:13.943" v="1144" actId="1076"/>
          <ac:picMkLst>
            <pc:docMk/>
            <pc:sldMk cId="50587473" sldId="260"/>
            <ac:picMk id="9" creationId="{B8C2B8C1-8355-5DC6-FF63-8DCA3CD0C1A8}"/>
          </ac:picMkLst>
        </pc:picChg>
        <pc:inkChg chg="add">
          <ac:chgData name="haohan yu" userId="d72680ed762d024a" providerId="LiveId" clId="{2D1876A4-4DA7-4B08-BD2D-83EA0E7CF0B9}" dt="2026-08-30T12:26:02.080" v="3928"/>
          <ac:inkMkLst>
            <pc:docMk/>
            <pc:sldMk cId="50587473" sldId="260"/>
            <ac:inkMk id="4" creationId="{C7D0BA47-C097-A897-AB27-C90AF154C968}"/>
          </ac:inkMkLst>
        </pc:inkChg>
      </pc:sldChg>
      <pc:sldChg chg="addSp delSp modSp new mod">
        <pc:chgData name="haohan yu" userId="d72680ed762d024a" providerId="LiveId" clId="{2D1876A4-4DA7-4B08-BD2D-83EA0E7CF0B9}" dt="2026-08-30T12:26:02.080" v="3928"/>
        <pc:sldMkLst>
          <pc:docMk/>
          <pc:sldMk cId="4084167197" sldId="261"/>
        </pc:sldMkLst>
        <pc:spChg chg="mod">
          <ac:chgData name="haohan yu" userId="d72680ed762d024a" providerId="LiveId" clId="{2D1876A4-4DA7-4B08-BD2D-83EA0E7CF0B9}" dt="2026-08-30T09:41:43.711" v="1181" actId="20577"/>
          <ac:spMkLst>
            <pc:docMk/>
            <pc:sldMk cId="4084167197" sldId="261"/>
            <ac:spMk id="2" creationId="{0728983E-BAA7-DD22-F853-0CEFE619FDAF}"/>
          </ac:spMkLst>
        </pc:spChg>
        <pc:spChg chg="del mod">
          <ac:chgData name="haohan yu" userId="d72680ed762d024a" providerId="LiveId" clId="{2D1876A4-4DA7-4B08-BD2D-83EA0E7CF0B9}" dt="2026-08-30T09:41:56.770" v="1185" actId="478"/>
          <ac:spMkLst>
            <pc:docMk/>
            <pc:sldMk cId="4084167197" sldId="261"/>
            <ac:spMk id="3" creationId="{BFAB6A77-DFA7-F5A8-BFEE-6BAB81099DD0}"/>
          </ac:spMkLst>
        </pc:spChg>
        <pc:spChg chg="add mod">
          <ac:chgData name="haohan yu" userId="d72680ed762d024a" providerId="LiveId" clId="{2D1876A4-4DA7-4B08-BD2D-83EA0E7CF0B9}" dt="2026-08-30T09:42:49.586" v="1218" actId="1076"/>
          <ac:spMkLst>
            <pc:docMk/>
            <pc:sldMk cId="4084167197" sldId="261"/>
            <ac:spMk id="6" creationId="{F35FEEDA-17DC-23BA-5B90-543B5497B3EA}"/>
          </ac:spMkLst>
        </pc:spChg>
        <pc:spChg chg="add mod">
          <ac:chgData name="haohan yu" userId="d72680ed762d024a" providerId="LiveId" clId="{2D1876A4-4DA7-4B08-BD2D-83EA0E7CF0B9}" dt="2026-08-30T09:43:06.901" v="1239" actId="1076"/>
          <ac:spMkLst>
            <pc:docMk/>
            <pc:sldMk cId="4084167197" sldId="261"/>
            <ac:spMk id="7" creationId="{F5140C75-EEF2-6069-E2B8-E6BE9EAA010A}"/>
          </ac:spMkLst>
        </pc:spChg>
        <pc:spChg chg="add mod">
          <ac:chgData name="haohan yu" userId="d72680ed762d024a" providerId="LiveId" clId="{2D1876A4-4DA7-4B08-BD2D-83EA0E7CF0B9}" dt="2026-08-30T09:43:34.592" v="1260" actId="1076"/>
          <ac:spMkLst>
            <pc:docMk/>
            <pc:sldMk cId="4084167197" sldId="261"/>
            <ac:spMk id="8" creationId="{C4B255B2-3D38-86EA-CB71-22720D0BFF25}"/>
          </ac:spMkLst>
        </pc:spChg>
        <pc:picChg chg="add mod">
          <ac:chgData name="haohan yu" userId="d72680ed762d024a" providerId="LiveId" clId="{2D1876A4-4DA7-4B08-BD2D-83EA0E7CF0B9}" dt="2026-08-30T09:41:47.445" v="1183" actId="1076"/>
          <ac:picMkLst>
            <pc:docMk/>
            <pc:sldMk cId="4084167197" sldId="261"/>
            <ac:picMk id="5" creationId="{5194DF8C-1389-4AA7-6B6C-167E47E29E02}"/>
          </ac:picMkLst>
        </pc:picChg>
        <pc:inkChg chg="add">
          <ac:chgData name="haohan yu" userId="d72680ed762d024a" providerId="LiveId" clId="{2D1876A4-4DA7-4B08-BD2D-83EA0E7CF0B9}" dt="2026-08-30T12:26:02.080" v="3928"/>
          <ac:inkMkLst>
            <pc:docMk/>
            <pc:sldMk cId="4084167197" sldId="261"/>
            <ac:inkMk id="3" creationId="{5EFDE981-D165-7B20-8640-ED1B31C5EC85}"/>
          </ac:inkMkLst>
        </pc:inkChg>
      </pc:sldChg>
      <pc:sldChg chg="addSp delSp modSp new mod">
        <pc:chgData name="haohan yu" userId="d72680ed762d024a" providerId="LiveId" clId="{2D1876A4-4DA7-4B08-BD2D-83EA0E7CF0B9}" dt="2026-08-30T09:45:32.658" v="1378" actId="20577"/>
        <pc:sldMkLst>
          <pc:docMk/>
          <pc:sldMk cId="2184076705" sldId="262"/>
        </pc:sldMkLst>
        <pc:spChg chg="mod">
          <ac:chgData name="haohan yu" userId="d72680ed762d024a" providerId="LiveId" clId="{2D1876A4-4DA7-4B08-BD2D-83EA0E7CF0B9}" dt="2026-08-30T09:44:35.150" v="1274" actId="20577"/>
          <ac:spMkLst>
            <pc:docMk/>
            <pc:sldMk cId="2184076705" sldId="262"/>
            <ac:spMk id="2" creationId="{CE23B568-36C2-AD84-71C6-632B54E7FDC4}"/>
          </ac:spMkLst>
        </pc:spChg>
        <pc:spChg chg="del">
          <ac:chgData name="haohan yu" userId="d72680ed762d024a" providerId="LiveId" clId="{2D1876A4-4DA7-4B08-BD2D-83EA0E7CF0B9}" dt="2026-08-30T09:44:44.603" v="1278" actId="478"/>
          <ac:spMkLst>
            <pc:docMk/>
            <pc:sldMk cId="2184076705" sldId="262"/>
            <ac:spMk id="3" creationId="{8216BE76-B663-72BE-DA15-C97254BA1056}"/>
          </ac:spMkLst>
        </pc:spChg>
        <pc:spChg chg="add mod">
          <ac:chgData name="haohan yu" userId="d72680ed762d024a" providerId="LiveId" clId="{2D1876A4-4DA7-4B08-BD2D-83EA0E7CF0B9}" dt="2026-08-30T09:45:32.658" v="1378" actId="20577"/>
          <ac:spMkLst>
            <pc:docMk/>
            <pc:sldMk cId="2184076705" sldId="262"/>
            <ac:spMk id="6" creationId="{96230663-69FB-D6E9-8986-CA5F1DCE352E}"/>
          </ac:spMkLst>
        </pc:spChg>
        <pc:picChg chg="add mod">
          <ac:chgData name="haohan yu" userId="d72680ed762d024a" providerId="LiveId" clId="{2D1876A4-4DA7-4B08-BD2D-83EA0E7CF0B9}" dt="2026-08-30T09:44:40.789" v="1277" actId="1076"/>
          <ac:picMkLst>
            <pc:docMk/>
            <pc:sldMk cId="2184076705" sldId="262"/>
            <ac:picMk id="5" creationId="{FDA4C217-D0F1-0360-9DC9-2A1176677AE7}"/>
          </ac:picMkLst>
        </pc:picChg>
      </pc:sldChg>
      <pc:sldChg chg="addSp delSp modSp new mod">
        <pc:chgData name="haohan yu" userId="d72680ed762d024a" providerId="LiveId" clId="{2D1876A4-4DA7-4B08-BD2D-83EA0E7CF0B9}" dt="2026-08-30T12:26:02.080" v="3928"/>
        <pc:sldMkLst>
          <pc:docMk/>
          <pc:sldMk cId="3099581301" sldId="263"/>
        </pc:sldMkLst>
        <pc:spChg chg="mod">
          <ac:chgData name="haohan yu" userId="d72680ed762d024a" providerId="LiveId" clId="{2D1876A4-4DA7-4B08-BD2D-83EA0E7CF0B9}" dt="2026-08-30T09:47:40.376" v="1396" actId="20577"/>
          <ac:spMkLst>
            <pc:docMk/>
            <pc:sldMk cId="3099581301" sldId="263"/>
            <ac:spMk id="2" creationId="{77C9FF09-3805-5A5F-F7B4-56F54AF6C553}"/>
          </ac:spMkLst>
        </pc:spChg>
        <pc:spChg chg="del">
          <ac:chgData name="haohan yu" userId="d72680ed762d024a" providerId="LiveId" clId="{2D1876A4-4DA7-4B08-BD2D-83EA0E7CF0B9}" dt="2026-08-30T09:47:33.861" v="1382" actId="478"/>
          <ac:spMkLst>
            <pc:docMk/>
            <pc:sldMk cId="3099581301" sldId="263"/>
            <ac:spMk id="3" creationId="{D538E2A6-4BD2-6F49-25FC-B6CF228C1F56}"/>
          </ac:spMkLst>
        </pc:spChg>
        <pc:spChg chg="add del mod">
          <ac:chgData name="haohan yu" userId="d72680ed762d024a" providerId="LiveId" clId="{2D1876A4-4DA7-4B08-BD2D-83EA0E7CF0B9}" dt="2026-08-30T09:48:04.847" v="1404"/>
          <ac:spMkLst>
            <pc:docMk/>
            <pc:sldMk cId="3099581301" sldId="263"/>
            <ac:spMk id="6" creationId="{1822FFC9-E4CD-14FE-B482-93E6B23B46E8}"/>
          </ac:spMkLst>
        </pc:spChg>
        <pc:spChg chg="add mod">
          <ac:chgData name="haohan yu" userId="d72680ed762d024a" providerId="LiveId" clId="{2D1876A4-4DA7-4B08-BD2D-83EA0E7CF0B9}" dt="2026-08-30T10:49:13.934" v="2794" actId="403"/>
          <ac:spMkLst>
            <pc:docMk/>
            <pc:sldMk cId="3099581301" sldId="263"/>
            <ac:spMk id="7" creationId="{F562AC5B-6164-1B6F-7BE2-7E08231B235A}"/>
          </ac:spMkLst>
        </pc:spChg>
        <pc:picChg chg="add mod modCrop">
          <ac:chgData name="haohan yu" userId="d72680ed762d024a" providerId="LiveId" clId="{2D1876A4-4DA7-4B08-BD2D-83EA0E7CF0B9}" dt="2026-08-30T09:48:01.936" v="1401" actId="1076"/>
          <ac:picMkLst>
            <pc:docMk/>
            <pc:sldMk cId="3099581301" sldId="263"/>
            <ac:picMk id="5" creationId="{D7245AB5-A981-6FBF-E40D-4B5A75ADEEF9}"/>
          </ac:picMkLst>
        </pc:picChg>
        <pc:inkChg chg="add">
          <ac:chgData name="haohan yu" userId="d72680ed762d024a" providerId="LiveId" clId="{2D1876A4-4DA7-4B08-BD2D-83EA0E7CF0B9}" dt="2026-08-30T12:26:02.080" v="3928"/>
          <ac:inkMkLst>
            <pc:docMk/>
            <pc:sldMk cId="3099581301" sldId="263"/>
            <ac:inkMk id="3" creationId="{AC67DCFA-7BC0-1B02-CCD1-71D14EFBC734}"/>
          </ac:inkMkLst>
        </pc:inkChg>
      </pc:sldChg>
      <pc:sldChg chg="addSp modSp new mod">
        <pc:chgData name="haohan yu" userId="d72680ed762d024a" providerId="LiveId" clId="{2D1876A4-4DA7-4B08-BD2D-83EA0E7CF0B9}" dt="2026-08-30T12:26:02.080" v="3928"/>
        <pc:sldMkLst>
          <pc:docMk/>
          <pc:sldMk cId="1544651134" sldId="264"/>
        </pc:sldMkLst>
        <pc:spChg chg="mod">
          <ac:chgData name="haohan yu" userId="d72680ed762d024a" providerId="LiveId" clId="{2D1876A4-4DA7-4B08-BD2D-83EA0E7CF0B9}" dt="2026-08-30T09:58:32.658" v="1731" actId="20577"/>
          <ac:spMkLst>
            <pc:docMk/>
            <pc:sldMk cId="1544651134" sldId="264"/>
            <ac:spMk id="2" creationId="{1D872417-8ABC-E4B5-983C-22A576DBCB6F}"/>
          </ac:spMkLst>
        </pc:spChg>
        <pc:spChg chg="mod">
          <ac:chgData name="haohan yu" userId="d72680ed762d024a" providerId="LiveId" clId="{2D1876A4-4DA7-4B08-BD2D-83EA0E7CF0B9}" dt="2026-08-30T10:30:04.552" v="2167" actId="20577"/>
          <ac:spMkLst>
            <pc:docMk/>
            <pc:sldMk cId="1544651134" sldId="264"/>
            <ac:spMk id="3" creationId="{6AD491F6-EA8D-CC14-D747-BBBC83779AE9}"/>
          </ac:spMkLst>
        </pc:spChg>
        <pc:picChg chg="add mod">
          <ac:chgData name="haohan yu" userId="d72680ed762d024a" providerId="LiveId" clId="{2D1876A4-4DA7-4B08-BD2D-83EA0E7CF0B9}" dt="2026-08-30T10:08:48.195" v="1871" actId="1076"/>
          <ac:picMkLst>
            <pc:docMk/>
            <pc:sldMk cId="1544651134" sldId="264"/>
            <ac:picMk id="5" creationId="{EC195F39-BF33-F8C2-38B1-044F3B3CC9EF}"/>
          </ac:picMkLst>
        </pc:picChg>
        <pc:inkChg chg="add">
          <ac:chgData name="haohan yu" userId="d72680ed762d024a" providerId="LiveId" clId="{2D1876A4-4DA7-4B08-BD2D-83EA0E7CF0B9}" dt="2026-08-30T12:26:02.080" v="3928"/>
          <ac:inkMkLst>
            <pc:docMk/>
            <pc:sldMk cId="1544651134" sldId="264"/>
            <ac:inkMk id="4" creationId="{E383491B-86FD-49B7-5545-72F37D3562B9}"/>
          </ac:inkMkLst>
        </pc:inkChg>
      </pc:sldChg>
      <pc:sldChg chg="addSp modSp new mod">
        <pc:chgData name="haohan yu" userId="d72680ed762d024a" providerId="LiveId" clId="{2D1876A4-4DA7-4B08-BD2D-83EA0E7CF0B9}" dt="2026-08-30T12:26:02.080" v="3928"/>
        <pc:sldMkLst>
          <pc:docMk/>
          <pc:sldMk cId="2980326671" sldId="265"/>
        </pc:sldMkLst>
        <pc:spChg chg="mod">
          <ac:chgData name="haohan yu" userId="d72680ed762d024a" providerId="LiveId" clId="{2D1876A4-4DA7-4B08-BD2D-83EA0E7CF0B9}" dt="2026-08-30T10:24:13.426" v="2043" actId="20577"/>
          <ac:spMkLst>
            <pc:docMk/>
            <pc:sldMk cId="2980326671" sldId="265"/>
            <ac:spMk id="2" creationId="{59AA2439-0AB8-B474-4518-0FAFF6910705}"/>
          </ac:spMkLst>
        </pc:spChg>
        <pc:spChg chg="mod">
          <ac:chgData name="haohan yu" userId="d72680ed762d024a" providerId="LiveId" clId="{2D1876A4-4DA7-4B08-BD2D-83EA0E7CF0B9}" dt="2026-08-30T11:08:32.593" v="3224" actId="20577"/>
          <ac:spMkLst>
            <pc:docMk/>
            <pc:sldMk cId="2980326671" sldId="265"/>
            <ac:spMk id="3" creationId="{0DBD2AF9-485F-6A24-EAB3-2653759D2451}"/>
          </ac:spMkLst>
        </pc:spChg>
        <pc:picChg chg="add mod">
          <ac:chgData name="haohan yu" userId="d72680ed762d024a" providerId="LiveId" clId="{2D1876A4-4DA7-4B08-BD2D-83EA0E7CF0B9}" dt="2026-08-30T10:25:27.581" v="2049" actId="1076"/>
          <ac:picMkLst>
            <pc:docMk/>
            <pc:sldMk cId="2980326671" sldId="265"/>
            <ac:picMk id="5" creationId="{0C5F31BA-35BC-3D68-A2A8-A2AE2825F7AB}"/>
          </ac:picMkLst>
        </pc:picChg>
        <pc:picChg chg="add mod">
          <ac:chgData name="haohan yu" userId="d72680ed762d024a" providerId="LiveId" clId="{2D1876A4-4DA7-4B08-BD2D-83EA0E7CF0B9}" dt="2026-08-30T11:08:35.435" v="3225" actId="1076"/>
          <ac:picMkLst>
            <pc:docMk/>
            <pc:sldMk cId="2980326671" sldId="265"/>
            <ac:picMk id="7" creationId="{1E7B1095-8070-A589-5071-6294BA83BE3C}"/>
          </ac:picMkLst>
        </pc:picChg>
        <pc:inkChg chg="add">
          <ac:chgData name="haohan yu" userId="d72680ed762d024a" providerId="LiveId" clId="{2D1876A4-4DA7-4B08-BD2D-83EA0E7CF0B9}" dt="2026-08-30T12:26:02.080" v="3928"/>
          <ac:inkMkLst>
            <pc:docMk/>
            <pc:sldMk cId="2980326671" sldId="265"/>
            <ac:inkMk id="4" creationId="{D0204383-EF20-A71A-62C7-9E913D599BC4}"/>
          </ac:inkMkLst>
        </pc:inkChg>
      </pc:sldChg>
      <pc:sldChg chg="addSp modSp new mod">
        <pc:chgData name="haohan yu" userId="d72680ed762d024a" providerId="LiveId" clId="{2D1876A4-4DA7-4B08-BD2D-83EA0E7CF0B9}" dt="2026-08-30T12:26:02.080" v="3928"/>
        <pc:sldMkLst>
          <pc:docMk/>
          <pc:sldMk cId="1321436087" sldId="266"/>
        </pc:sldMkLst>
        <pc:spChg chg="mod">
          <ac:chgData name="haohan yu" userId="d72680ed762d024a" providerId="LiveId" clId="{2D1876A4-4DA7-4B08-BD2D-83EA0E7CF0B9}" dt="2026-08-30T10:32:23.972" v="2419" actId="20577"/>
          <ac:spMkLst>
            <pc:docMk/>
            <pc:sldMk cId="1321436087" sldId="266"/>
            <ac:spMk id="2" creationId="{0C8D4248-DDD8-DC3C-D7EB-347413302B3D}"/>
          </ac:spMkLst>
        </pc:spChg>
        <pc:spChg chg="mod">
          <ac:chgData name="haohan yu" userId="d72680ed762d024a" providerId="LiveId" clId="{2D1876A4-4DA7-4B08-BD2D-83EA0E7CF0B9}" dt="2026-08-30T10:49:01.017" v="2788" actId="20577"/>
          <ac:spMkLst>
            <pc:docMk/>
            <pc:sldMk cId="1321436087" sldId="266"/>
            <ac:spMk id="3" creationId="{C9AD7210-DB94-7186-4271-A2216C43B2B5}"/>
          </ac:spMkLst>
        </pc:spChg>
        <pc:picChg chg="add mod">
          <ac:chgData name="haohan yu" userId="d72680ed762d024a" providerId="LiveId" clId="{2D1876A4-4DA7-4B08-BD2D-83EA0E7CF0B9}" dt="2026-08-30T10:47:12.033" v="2729" actId="1076"/>
          <ac:picMkLst>
            <pc:docMk/>
            <pc:sldMk cId="1321436087" sldId="266"/>
            <ac:picMk id="5" creationId="{C601FA6D-B7FE-FE44-E5E1-6066A46BC1E8}"/>
          </ac:picMkLst>
        </pc:picChg>
        <pc:picChg chg="add mod">
          <ac:chgData name="haohan yu" userId="d72680ed762d024a" providerId="LiveId" clId="{2D1876A4-4DA7-4B08-BD2D-83EA0E7CF0B9}" dt="2026-08-30T10:45:33.598" v="2722" actId="1076"/>
          <ac:picMkLst>
            <pc:docMk/>
            <pc:sldMk cId="1321436087" sldId="266"/>
            <ac:picMk id="7" creationId="{55824A81-C8A8-7324-C7B5-7DFA9A018252}"/>
          </ac:picMkLst>
        </pc:picChg>
        <pc:inkChg chg="add">
          <ac:chgData name="haohan yu" userId="d72680ed762d024a" providerId="LiveId" clId="{2D1876A4-4DA7-4B08-BD2D-83EA0E7CF0B9}" dt="2026-08-30T12:26:02.080" v="3928"/>
          <ac:inkMkLst>
            <pc:docMk/>
            <pc:sldMk cId="1321436087" sldId="266"/>
            <ac:inkMk id="4" creationId="{37B492FF-7B3B-DA41-0E6A-18EC190FC43B}"/>
          </ac:inkMkLst>
        </pc:inkChg>
      </pc:sldChg>
      <pc:sldChg chg="addSp modSp new mod">
        <pc:chgData name="haohan yu" userId="d72680ed762d024a" providerId="LiveId" clId="{2D1876A4-4DA7-4B08-BD2D-83EA0E7CF0B9}" dt="2026-08-30T12:26:02.080" v="3928"/>
        <pc:sldMkLst>
          <pc:docMk/>
          <pc:sldMk cId="4210451826" sldId="267"/>
        </pc:sldMkLst>
        <pc:spChg chg="mod">
          <ac:chgData name="haohan yu" userId="d72680ed762d024a" providerId="LiveId" clId="{2D1876A4-4DA7-4B08-BD2D-83EA0E7CF0B9}" dt="2026-08-30T10:49:44.266" v="2827" actId="20577"/>
          <ac:spMkLst>
            <pc:docMk/>
            <pc:sldMk cId="4210451826" sldId="267"/>
            <ac:spMk id="2" creationId="{09CD618D-494C-D6EE-3954-B6D9129F7A95}"/>
          </ac:spMkLst>
        </pc:spChg>
        <pc:spChg chg="mod">
          <ac:chgData name="haohan yu" userId="d72680ed762d024a" providerId="LiveId" clId="{2D1876A4-4DA7-4B08-BD2D-83EA0E7CF0B9}" dt="2026-08-30T10:54:37.480" v="2960" actId="20577"/>
          <ac:spMkLst>
            <pc:docMk/>
            <pc:sldMk cId="4210451826" sldId="267"/>
            <ac:spMk id="3" creationId="{1EA6C91E-C8D2-EF67-FF61-6051DB4EEC7D}"/>
          </ac:spMkLst>
        </pc:spChg>
        <pc:picChg chg="add mod">
          <ac:chgData name="haohan yu" userId="d72680ed762d024a" providerId="LiveId" clId="{2D1876A4-4DA7-4B08-BD2D-83EA0E7CF0B9}" dt="2026-08-30T10:53:45.908" v="2928" actId="1076"/>
          <ac:picMkLst>
            <pc:docMk/>
            <pc:sldMk cId="4210451826" sldId="267"/>
            <ac:picMk id="5" creationId="{4D3635EF-10C7-E92E-F846-D9CF96D23CB4}"/>
          </ac:picMkLst>
        </pc:picChg>
        <pc:inkChg chg="add">
          <ac:chgData name="haohan yu" userId="d72680ed762d024a" providerId="LiveId" clId="{2D1876A4-4DA7-4B08-BD2D-83EA0E7CF0B9}" dt="2026-08-30T12:26:02.080" v="3928"/>
          <ac:inkMkLst>
            <pc:docMk/>
            <pc:sldMk cId="4210451826" sldId="267"/>
            <ac:inkMk id="4" creationId="{A7AA18EE-5BDB-1ECD-E5E2-84D35AF6C959}"/>
          </ac:inkMkLst>
        </pc:inkChg>
      </pc:sldChg>
      <pc:sldChg chg="addSp modSp new mod">
        <pc:chgData name="haohan yu" userId="d72680ed762d024a" providerId="LiveId" clId="{2D1876A4-4DA7-4B08-BD2D-83EA0E7CF0B9}" dt="2026-08-30T12:26:02.080" v="3928"/>
        <pc:sldMkLst>
          <pc:docMk/>
          <pc:sldMk cId="1308292952" sldId="268"/>
        </pc:sldMkLst>
        <pc:spChg chg="mod">
          <ac:chgData name="haohan yu" userId="d72680ed762d024a" providerId="LiveId" clId="{2D1876A4-4DA7-4B08-BD2D-83EA0E7CF0B9}" dt="2026-08-30T11:05:02.572" v="2990" actId="20577"/>
          <ac:spMkLst>
            <pc:docMk/>
            <pc:sldMk cId="1308292952" sldId="268"/>
            <ac:spMk id="2" creationId="{30003361-C31D-BCCE-5352-5B834ADC6111}"/>
          </ac:spMkLst>
        </pc:spChg>
        <pc:spChg chg="mod">
          <ac:chgData name="haohan yu" userId="d72680ed762d024a" providerId="LiveId" clId="{2D1876A4-4DA7-4B08-BD2D-83EA0E7CF0B9}" dt="2026-08-30T11:08:55.846" v="3229" actId="20577"/>
          <ac:spMkLst>
            <pc:docMk/>
            <pc:sldMk cId="1308292952" sldId="268"/>
            <ac:spMk id="3" creationId="{A4F11F41-DFB3-3CB4-C10D-6E24CF68A3EE}"/>
          </ac:spMkLst>
        </pc:spChg>
        <pc:picChg chg="add mod">
          <ac:chgData name="haohan yu" userId="d72680ed762d024a" providerId="LiveId" clId="{2D1876A4-4DA7-4B08-BD2D-83EA0E7CF0B9}" dt="2026-08-30T11:05:09.078" v="2994" actId="1076"/>
          <ac:picMkLst>
            <pc:docMk/>
            <pc:sldMk cId="1308292952" sldId="268"/>
            <ac:picMk id="5" creationId="{C9F109DD-9ADC-8DAC-C27A-8C04B7685DF0}"/>
          </ac:picMkLst>
        </pc:picChg>
        <pc:inkChg chg="add">
          <ac:chgData name="haohan yu" userId="d72680ed762d024a" providerId="LiveId" clId="{2D1876A4-4DA7-4B08-BD2D-83EA0E7CF0B9}" dt="2026-08-30T12:26:02.080" v="3928"/>
          <ac:inkMkLst>
            <pc:docMk/>
            <pc:sldMk cId="1308292952" sldId="268"/>
            <ac:inkMk id="4" creationId="{05166594-913B-D54E-A643-0577C19BFA14}"/>
          </ac:inkMkLst>
        </pc:inkChg>
      </pc:sldChg>
      <pc:sldChg chg="addSp modSp new mod">
        <pc:chgData name="haohan yu" userId="d72680ed762d024a" providerId="LiveId" clId="{2D1876A4-4DA7-4B08-BD2D-83EA0E7CF0B9}" dt="2026-08-30T12:26:02.080" v="3928"/>
        <pc:sldMkLst>
          <pc:docMk/>
          <pc:sldMk cId="4118135873" sldId="269"/>
        </pc:sldMkLst>
        <pc:spChg chg="mod">
          <ac:chgData name="haohan yu" userId="d72680ed762d024a" providerId="LiveId" clId="{2D1876A4-4DA7-4B08-BD2D-83EA0E7CF0B9}" dt="2026-08-30T11:09:06.077" v="3259" actId="20577"/>
          <ac:spMkLst>
            <pc:docMk/>
            <pc:sldMk cId="4118135873" sldId="269"/>
            <ac:spMk id="2" creationId="{0F8DC5B6-EB9B-361C-2B1B-0CCFBD3664D2}"/>
          </ac:spMkLst>
        </pc:spChg>
        <pc:spChg chg="mod">
          <ac:chgData name="haohan yu" userId="d72680ed762d024a" providerId="LiveId" clId="{2D1876A4-4DA7-4B08-BD2D-83EA0E7CF0B9}" dt="2026-08-30T11:17:39.954" v="3638" actId="20577"/>
          <ac:spMkLst>
            <pc:docMk/>
            <pc:sldMk cId="4118135873" sldId="269"/>
            <ac:spMk id="3" creationId="{024C80C4-4F20-B706-4E4B-CAA52C3EC91E}"/>
          </ac:spMkLst>
        </pc:spChg>
        <pc:picChg chg="add mod">
          <ac:chgData name="haohan yu" userId="d72680ed762d024a" providerId="LiveId" clId="{2D1876A4-4DA7-4B08-BD2D-83EA0E7CF0B9}" dt="2026-08-30T11:13:38.574" v="3324" actId="14100"/>
          <ac:picMkLst>
            <pc:docMk/>
            <pc:sldMk cId="4118135873" sldId="269"/>
            <ac:picMk id="5" creationId="{234F6BEF-0E43-8DF7-7161-6D9DDC23C1EA}"/>
          </ac:picMkLst>
        </pc:picChg>
        <pc:inkChg chg="add">
          <ac:chgData name="haohan yu" userId="d72680ed762d024a" providerId="LiveId" clId="{2D1876A4-4DA7-4B08-BD2D-83EA0E7CF0B9}" dt="2026-08-30T12:26:02.080" v="3928"/>
          <ac:inkMkLst>
            <pc:docMk/>
            <pc:sldMk cId="4118135873" sldId="269"/>
            <ac:inkMk id="4" creationId="{7788E3D0-67AF-6F3F-78FD-5F44C313C0F9}"/>
          </ac:inkMkLst>
        </pc:inkChg>
      </pc:sldChg>
      <pc:sldChg chg="addSp modSp new mod">
        <pc:chgData name="haohan yu" userId="d72680ed762d024a" providerId="LiveId" clId="{2D1876A4-4DA7-4B08-BD2D-83EA0E7CF0B9}" dt="2026-08-30T12:26:02.080" v="3928"/>
        <pc:sldMkLst>
          <pc:docMk/>
          <pc:sldMk cId="3321549527" sldId="270"/>
        </pc:sldMkLst>
        <pc:spChg chg="mod">
          <ac:chgData name="haohan yu" userId="d72680ed762d024a" providerId="LiveId" clId="{2D1876A4-4DA7-4B08-BD2D-83EA0E7CF0B9}" dt="2026-08-30T11:19:24.036" v="3645" actId="20577"/>
          <ac:spMkLst>
            <pc:docMk/>
            <pc:sldMk cId="3321549527" sldId="270"/>
            <ac:spMk id="2" creationId="{48615FFE-A68E-DE1E-FEC0-26046F095AD2}"/>
          </ac:spMkLst>
        </pc:spChg>
        <pc:spChg chg="mod">
          <ac:chgData name="haohan yu" userId="d72680ed762d024a" providerId="LiveId" clId="{2D1876A4-4DA7-4B08-BD2D-83EA0E7CF0B9}" dt="2026-08-30T11:21:40.396" v="3904" actId="20577"/>
          <ac:spMkLst>
            <pc:docMk/>
            <pc:sldMk cId="3321549527" sldId="270"/>
            <ac:spMk id="3" creationId="{74B25C0A-80B4-6957-80FD-27C7ADFD65C4}"/>
          </ac:spMkLst>
        </pc:spChg>
        <pc:inkChg chg="add">
          <ac:chgData name="haohan yu" userId="d72680ed762d024a" providerId="LiveId" clId="{2D1876A4-4DA7-4B08-BD2D-83EA0E7CF0B9}" dt="2026-08-30T12:26:02.080" v="3928"/>
          <ac:inkMkLst>
            <pc:docMk/>
            <pc:sldMk cId="3321549527" sldId="270"/>
            <ac:inkMk id="4" creationId="{6075EF6C-E789-8A9B-A536-8F7188EDCE52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93.02325" units="1/cm"/>
          <inkml:channelProperty channel="T" name="resolution" value="1" units="1/dev"/>
        </inkml:channelProperties>
      </inkml:inkSource>
      <inkml:timestamp xml:id="ts0" timeString="2026-08-30T12:11:07.0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10530 15536 0,'-21'0'31,"0"-53"0,10 53-31,11-84 16,106-54 0,-85 106-16,11 22 0,201-138 15,-138 105-15,-42 33 0,265-117 16,-1 0-1,-243 95-15,-42 21 0,-11 11 0,11-10 0,31-11 16,-52 10-16,10 11 0,-10 0 0,21 0 0,-22-11 0,11 11 0,-10 0 16,21-10-16,-22 10 0,11 0 0,22 0 0,-33 0 0,1 0 0,-1 0 15,22 0-15,0 0 0,-21 0 0,10 0 0,0 0 0,-11 0 0,22 0 16,-21 0-16,10 0 0,-10 0 0,20 10 0,149 65 16,-159-75-16,11 10 0,0 11 0,158 75 15,75 41 1,-233-126-16,137 73 15,-158-84-15,10 11 16,63 42-16,1-21 31,-74-32-31,10 21 0,64 21 16,-75-31-16,1-11 0,73 63 16,-73-63-16,21 11 0,-22-1 0,1-10 0,-1 22 0,1-22 0,0 10 15,20-10-15,-20 11 0,10-1 0,11-10 0,-11 11 0,95 21 16,86 21-1,-171-32-15,192 21 16,-202-42-16,159 42 16,-149-42-16,-9 11 0,9-11 0,96 32 15,-116-32-15,137 10 16,-116-10-16,-11 0 0,127 0 16,-31 11-1,-43-11 1,-53 10-1,32 54 1,-53-53 0,10-1-16,1 54 0,-11-54 15,10 96 1,-10 63 0,0-147-16,-10 210 15,-85 44 1,73-245-16,-73 234 15,85-233-15,-86 200 16,65-73 0,31-148-16,0-1 0,-11 33 15,11-22 1,0-11-16,-21 12 16,-43 41-1,-52 11 1,-75 32-1,160-95-15,-139 52 16,22-10 15,138-53-31,-213 42 16,-62-20 0,242-12-16,-126 22 15,-53 10 1,190-42-16,-10 0 0,-170 11 15,-31-11 1,211 0-16,-233-53 16,-31-32-1,10-31 1,22-22 0,232 128-16,0-22 0,-148-63 15,-42-22 1,0-10-1,84 43 1,43-12 15,74 86-31,-64-128 16,0 11 0,75 95-16,-11 22 0,-11-54 15,21 54-15,-10-33 16,21-41-1,0-96 1,0-53 0,-32-32-1,11 128 1,21 126-16,-21-63 16,21 64-16,32-117 15,126-96 1,-136 202-16,158-243 15,-149 232-15,-20 0 16,105-180-16,-52 54 31,-43 84-15,-10 63-16</inkml:trace>
  <inkml:trace contextRef="#ctx0" brushRef="#br0" timeOffset="1568.28">7313 7048 0,'0'0'0,"53"-63"15,-53 52-15,11 1 16,-1-22-16,43-10 0,-42 31 16,63-74-16,21-10 31,-53 42-15,22 43-1,-54-1-15,1 11 0,84 0 16,53 85-1,-137-75-15,0 12 0,-1-12 0,11 1 0,-10-1 0,10 43 16,32 64 0,-53-107-16,0 107 15,0-86-15,-32 107 16,11-106-16,-42 169 16,-117 42-1,21-95 1,-32-31-1,170-117-15,11 10 16,-22-10-16,-32 32 0,22-32 16,31 0 15,-31-148-15,42 116-16,0-190 15,0-96 1,0 96-1,42 74 1,-42 127-16</inkml:trace>
  <inkml:trace contextRef="#ctx0" brushRef="#br0" timeOffset="4416.27">3207 12181 0,'21'0'16,"74"22"0,-84-12-16,211 64 15,-21-31 1,-169-43-16,190 10 16,85-10-1,-53-63 1,63 31-1,-274 32-15,-1 0 16,223 0-16,-32 21 31,-54 11-15,-20-11 0,0-32-1,-127 1-15,-22 10 0,11 0 0,85-43 16,74-9-1,-159 41-15,11 11 0,-11 0 0,11 0 0,84-21 16,-84 21-16,-11 0 0,11 0 0,0 0 0,-11 0 16,32 0-16,0 10 0,-32-10 0,21 0 0,-10 11 0,159 10 15,-138-21-15,10 11 0,-10-11 16,-11 21-16,96-21 0,-32 10 0,-53-10 16,31 0-16,22 0 0,-53 0 0,-11 0 0,1 0 0,20 0 0,-10 0 15,-11 0-15,1 0 0,10-21 0,-11 21 0,381-63 16,-42 63-1,-328 0-15,-10 0 16,20 0-16,-21 0 0,1 0 0,10 10 0,-11-10 0,-10 11 0,10-11 0,276 63 31,-297-52-31,42 10 0,-42-21 0,75 11 16,62-11 0,-126-11-16,-21 11 0,21-21 0,-22 10 0,11 11 0,11-10 0,0-1 15,-22-10-15,12 21 0,9-10 0,1-1 0,-21 0 0,10-10 0,11 11 0,-22 10 16,22-11-16,84-52 15,-95 63-15,11-11 16,0 0 0,31 22-1,22 10 1,-74-10-16,63 20 16,-11-20-1,-42 0 1</inkml:trace>
  <inkml:trace contextRef="#ctx0" brushRef="#br0" timeOffset="6334.27">4583 12361 0,'0'-10'0,"63"-107"16,11 11 0,43 11 15,-96 85-31,74-33 16,-21 22-1,-42 21 1,52 106-1,33 84 1,-43 1 0,-53-159-16,-10-22 0,20 75 15,1-43 1,-21-10 0,-96 0-1,-63-11 1,-32-21-1,159 0-15,-138 11 16,53-11 15,96 0-31,-54-32 16,22 11 0,21 10-16,-22-42 15,-10-32 1,53 64-16,0 11 0,-21-86 15,21-41 1,0 126-16,43-95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93.02325" units="1/cm"/>
          <inkml:channelProperty channel="T" name="resolution" value="1" units="1/dev"/>
        </inkml:channelProperties>
      </inkml:inkSource>
      <inkml:timestamp xml:id="ts0" timeString="2026-08-30T12:11:48.9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4995 14922 0,'32'0'32,"21"0"-17,53 0 1,222 53-1,-254-31-15,508 126 16,-85-64 0,-190-84 15,-95-10-15,-191-11-16,117-11 15,95-21 1,-11 11-1,53 42 1,11-22 0,-43 22-1,-52-10 1,-54-1 0,-126 11-16,31-10 15,-10-11 1,-21 21-1,-1 0 1,1 0 15,-1 0-15,1 0 15,-1 0-15,12 0 15,-12 0 0</inkml:trace>
  <inkml:trace contextRef="#ctx0" brushRef="#br0" timeOffset="1332.87">14139 14986 0,'0'0'16,"11"-11"15,-1 11-16,1 0 17,31 0-17,32 0 1,43 0 0,10-10-1,-21 10 1,-96 0-16,75 0 15,-64 0-15,74 0 16,1 10 0,-86-10-1,117 11 1,-106-11-16,106 0 16,106 21-1,-201-21-15,-11 0 0,-10 0 0,158 0 16,-148 0-16,170 0 15,10-10 1,-191 10-16,149 0 16,0 0-1,-32 0 1,0 0 0,-117 0-16,139 0 15,20 0 1,-158 0-16,126 0 15,-105 0-15,116 0 16,-10 0 0,-33-11 15,-52 0-15,-42 11-16,21 0 15,21 0 1,-43 0-16,54 0 15,10 0 1,-64 0-16,1 0 0,52 0 16,-52 0-16,0 0 0,84 0 15,11-10 1,0-33 0,-43 1-1,-21 32 1,-31 10-1,-11-11-15,11 11 32</inkml:trace>
  <inkml:trace contextRef="#ctx0" brushRef="#br0" timeOffset="2634.09">25051 14922 0,'10'0'31,"1"0"-15,-11 11-16,21-11 15,32 21 1,53 11-1,-96-32-15,128 11 16,10-11 0,53 0 15,85-32-15,-244 32-16,170-32 15,-180 32-15,137-11 16,11 11-1,-159 0-15,96 0 16,52 22 0,43-1-1,-43 0 1,-10 0 0,-138-21-16,116 11 15,-31-22 1,-85 11-16,75-42 15,-1-22 1,-10 1 0,-11 31 15,-64 32-31,43-21 16,-11 0-1,-20 21 1,-1 0-1,11 0 1,20 10 0,54-10-1,-53-10 1,-42 10-16,21-11 16,-22 1-1,1 10 16,20 0 48,1 10-79</inkml:trace>
  <inkml:trace contextRef="#ctx0" brushRef="#br0" timeOffset="11883.59">5048 14891 0,'0'0'0,"-21"-32"31,21 21-31,0-10 0,11-74 16,-1-11-1,-10 74-15,11-137 16,-1-74-1,-10 211-15,0-180 16,22 43 0,-22 158-16,21-137 15,0 53 1,0 42 0,-21 21-1,0 11 1,0 10-1,0 1 32,21 10-31,-10 10-16,116 75 16,106 10-1,-212-73-15,222 62 16,43 1-1,-43-22 1,-63-31 0,-169-32-16,105 32 15,22 0 1,-128-32-16,160 42 16,-149-42-16,212 42 15,-43 1 1,-169-43-16,128 21 15,-44-11 1,-30-10 0,62 11 15,-126 10-31,126 0 16,-41 11-1,20 10 1,-105-42-16,-1 0 0,64 22 15,-63-22-15,63 31 16,-11 1 0,-41-32-16,20 21 15,11-10 1,-43-11-16,12 0 16,-12 0-16,11 0 15,22 0 1,-22 0-1,0 0 1,0 0 0,-10 0 15,20 10-15,12 1-1,-22 10 1,0 0-1,21 11 1,-42-21-16,43 63 16,-22 32-1,-21 21 1,11-22 0,-11-83-16,21 41 15,-21-31 1,0-22-1,0 1 1</inkml:trace>
  <inkml:trace contextRef="#ctx0" brushRef="#br0" timeOffset="13618.12">14224 14912 0,'0'-21'31,"0"-85"-16,0 85-15,0-117 16,0 128-16,0-170 16,21 137-16,21-200 15,1 105 1,-11 64 0,-22 53-1,-10 10 1,11 11-1,-1-21 1,43 21 15,11 0-15,52 21 0,-105-21-16,73 0 15,54 0 1,-127 0-16,126-10 15,85-1 1,-211 11-16,158 0 16,54 43-1,-22-1 1,-11 0 0,-31-10-1,-11-11 1,-127-21-16,117 21 15,-128-21-15,139 11 16,-12-11 15,-105 0-31,-22 0 0,117 0 16,64 0 0,-180 0-16,137 0 15,0 0 1,-127 0-16,138 42 15,-22-21 1,-41 1 0,9-1-1,-20-21 1,-53 10 0,-11-10-1,-10 11 16,-11 0-15,10 10 0,11 10 15,11 1-15,-11 53-1,-10-85-15,-11 10 0,21 65 16,0-44-16,-21-20 0,0-1 0,32 65 15,-21-65-15,31 54 16,-21-43 0,-10-11-16,10 33 15,21-1 1,-10 22 0,0 10-1,-11-53 1,-11-21-1,-10 10 1,11-10 31</inkml:trace>
  <inkml:trace contextRef="#ctx0" brushRef="#br0" timeOffset="16016.74">25072 15028 0,'10'0'31,"-10"-21"0,0-53-15,0 63-16,-10-84 15,10-85 1,21-10 0,11 10-1,-22 42 1,12 1 0,-22 126-16,0-63 15,0 32 1,10 31-1,-10 1 17,0-1 15,21 11-1,0-11-30,11 1 0,0-1-1,10 11 1,32 0 0,-52 0-16,-12 0 0,75 0 15,31 21 1,1-10-1,-107 10-15,138-10 16,75-11 0,9 0 15,33 0-15,-244 0-16,201 0 15,-63-11 1,0 11-1,-148 0-15,126-10 16,1 10 0,-128 0-16,107 0 15,-1 0 1,-105 0-16,31 0 16,-31 0-16,10 0 15,11 0 1,-22 0-16,11 0 15,32 0 1,-21 0 0,-11 0 15,-10 0-31,10 0 16,11 21-1,-1 0 1,33-11-1,-11 1 1,-32 0 0,11-11-1,31 10 1,1 11 0,-11 11-1,-43-32 1,11 0-1,-21 11-15,32-1 16,32 43 0,-11-21 15,-11-21-15,-32-1-16,12-10 15,-22 11-15,42 10 16,-10 0-1,-22-21-15,1 11 16,21 20 0,-22 12-1,1-12 1,-11 12 0,0 10-1,0 53 1,0-11-1,0-85-15,10 64 16,1-31 15,0-33-15,-11 1 0,0 10-16,10-21 15,-10 11 1,0-1 15</inkml:trace>
  <inkml:trace contextRef="#ctx0" brushRef="#br0" timeOffset="26116.97">4011 6869 0,'64'-11'31,"-22"0"-15,64 1 0,52 10-1,86 10 1,-11 1 0,-202-11-16,118 0 15,-65 0 1,-41 0-1,-33 0 1,-10-11 31</inkml:trace>
  <inkml:trace contextRef="#ctx0" brushRef="#br0" timeOffset="26583.62">4180 7186 0,'0'11'31,"-10"10"-15</inkml:trace>
  <inkml:trace contextRef="#ctx0" brushRef="#br0" timeOffset="26984.83">4127 7239 0,'32'0'32,"-11"0"-17,22 0 1,20-11 0,-52 11-16,-1 0 0,64-973 15,43 1925 1,-107-952-16,96 0 15,32-21 1,31 10 0,-63 11 15,-95 0-31,31 0 16,-21 0-1,-10 0 1,-1-973-1,11 1946 1,1-973 0,20 0-1,-21 0-15</inkml:trace>
  <inkml:trace contextRef="#ctx0" brushRef="#br0" timeOffset="27899.7">4339 7726 0,'11'0'15,"52"0"1,-52 0-16,-1 0 0,107 0 15,31 0 1,-116 0-16,10 0 0,138-21 16,137 10-1,-274 11-15,295 0 16,-9 0 0,-308 0-16,148 0 15,-95 0 1,-42 0-1,-22 0 17,1 0-1,0 0 0</inkml:trace>
  <inkml:trace contextRef="#ctx0" brushRef="#br0" timeOffset="28482.86">4392 8022 0,'0'0'0,"21"-10"16,0 10-16,32 0 15,64 10 1,-107-10-16,117 32 15,159 21 1,0-11 15,42-10-15,-148-32 0,-117 0-1,-52 0-15,-1 0 16</inkml:trace>
  <inkml:trace contextRef="#ctx0" brushRef="#br0" timeOffset="30449.93">5895 6900 0,'32'-10'0,"-64"20"0,106-31 15,42 21 1,22 0 0,-117 0-16,85 11 15,-32 20 1,-21 12-1,-42-33-15,10 75 16,-11 42 0,1-21 15,10 21-15,-21-42-1,-11-11 1,11-64-16,0 1 0,-10 21 15,-1 20 1,43-20 0,21 21-1,0-11 1,-43-10 0,-10-21-16,11 10 15,-11 0 1,0-963-1,0 1948 1,-42-953 0,21-1 15,21-41-31,-11 31 16,11-31-1,-11-11 1,11 11-1</inkml:trace>
  <inkml:trace contextRef="#ctx0" brushRef="#br0" timeOffset="31749.59">6064 8266 0,'21'0'32,"1"-22"-17,20 12 1,11 10 0,21 0-1,-11 0 1,-20-11-1,-43 1-15,74-54 16,-21 1 0,-22-11 15,-9 31-15,-22 33-16,10-1 15,-10 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93.02325" units="1/cm"/>
          <inkml:channelProperty channel="T" name="resolution" value="1" units="1/dev"/>
        </inkml:channelProperties>
      </inkml:inkSource>
      <inkml:timestamp xml:id="ts0" timeString="2026-08-30T12:12:59.2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2117 7313 0,'53'-21'16,"232"-43"-1,255 33 1,360 9 0,-816 22-16,805 0 15,-211 0 1,-615 0-16,329 0 16,-371 0-16,159 0 15,-148 0 1,-22 0-1,1 0 1,-1 32 15</inkml:trace>
  <inkml:trace contextRef="#ctx0" brushRef="#br0" timeOffset="6249.71">2519 6900 0,'0'0'0,"-11"0"46,-52 0-30,52 0-16,1 0 0,-1 0 0,-74-21 16,64 21-16,11 0 0,-43-21 15,31 21-15,-9 0 16,-1 0 0,0 0-1,-31 0 1,52 0-16,1 0 15,-75-21-15,64 21 0,10 0 16,-10-11-16,0 11 0,10-10 0,-21 10 0,1-11 0,20 11 16,-84-32-16,95 22 15,-64-1 1,43 1 0,-32-12-1,43 12-15,10-11 0,-11 10 0,-74-63 16,75 63-16,10-20 0,-64-75 15,43-32 1,21 106-16,0-126 16,0 137-16,95-159 15,54 10 1,31 12 0,10 41-1,-179 117-15,147-63 16,96 31-1,-232 32-15,168 32 16,-52 73 0,20 12 15,33 10-15,-64-95-1,-32-32 1,-84 0-16,84-11 15,0 0 1,-74 11-16,85 0 16,106 11-1,127 53 1,10-1 0,-307-52-16,223 42 15,-96-22 1,-148-10-16,64 1 15,-75-22-15,65 31 16,-1 12 0,-11-22 15,-42 0-15,11 32-1,10 10 1,-42-52-16,22 95 15,20 31 1,-32 1 0,1 21-1,-11-22 1,-42 22 0,10-53-1,0-11 1,32-84-16,-21 52 15,21-42 1,0-10 15</inkml:trace>
  <inkml:trace contextRef="#ctx0" brushRef="#br0" timeOffset="12015.85">20659 3948 0,'0'21'31,"10"243"-15,11 96 0,-21-339-1,11 286 1,-11-264-16,21-1 0,-10 275 16,-11-264-16,21 318 15,-21-308-15,0 318 16,-11 286-1,-42-43 1,43-116 0,10-444-16,0 423 15,21-11 1,53 21 0,53 11-1,-42-285 1,-64-202-1,-11-21 1,-10 10 0,0-73 15</inkml:trace>
  <inkml:trace contextRef="#ctx0" brushRef="#br0" timeOffset="12931.94">22511 3990 0,'0'0'0,"-21"106"16,10 169 0,-31 74 15,42-307-31,-32 329 16,32 84-1,0-370-15,0 401 16,0-422-16,0 21 0,0 476 15,-21 21 1,21-519-16,-32 286 16,-10-31-1,10-159 1,11-32 0,21-117-16,0 128 15,0-1 1,-11 33-1,11-160-15,-21 244 16,21 85 0,0-297-1,0 276 1,11-286-16,-11 10 0,0 11 0,10 127 16,-10-159-16,0 42 15,11-41 1,-11-12-1,0 11 1,-11 22 0,11-33-16,-10 75 15,10-64 1,0 0 0,10-21-1,1-32 1</inkml:trace>
  <inkml:trace contextRef="#ctx0" brushRef="#br0" timeOffset="14865.16">16552 8340 0,'21'-11'32,"85"-10"-17,-74 21-15,307-53 16,391-21-1,-614 74-15,498-32 16,-550 32-16,20 0 0,-20 0 0,370-21 16,-318 21-16,-21 0 0,-10 0 0,32 11 0,-33-11 0,11 21 15,170-21-15,412 21 16,-126-42 0,-488 21-16,1-21 0,-1 21 0,22 0 15,42-11-15,0-10 0,339-32 16,-435 53-16,244 0 15,-243 0-15,11 0 0,168 10 16,117 54 0,127-22 15,-391-42-31,-1 0 0,-10 21 0,275-10 16,-285-11-16,147 0 15,-179 0-15,52-11 16,-31 1-1,-21 10 17</inkml:trace>
  <inkml:trace contextRef="#ctx0" brushRef="#br0" timeOffset="15799.35">17113 9430 0,'21'-11'16,"-10"11"-16,-43 11 0,75-32 31,-33 21-15,1 0-16,200 52 16,340 65-1,-456-117-15,381 0 16,53-11-1,-423 11 1,-63-10-16,20 10 0,202-32 0,380-21 16,-528 53-1,740 0 1,-741 0-16,1 0 0,20 0 0,-20 0 0,31 0 0,-32 0 0,-10 0 0,11 0 0,-1 0 16,-31 0-16,31 0 0,434 0 15,-20-21 1,-372 0-1,-84 0 1,-10-1 0,63-20-1,53-11 1,-11 0 0,-158 43-16,147-22 15,-62 21 1,-54 1-1,-31 10-15,-1 0 16,1 0 0,-1 0 31</inkml:trace>
  <inkml:trace contextRef="#ctx0" brushRef="#br0" timeOffset="18016.8">21082 8445 0,'-11'0'16,"-10"32"0,11-21-16,-43 116 15,-32 137 1,-21 12-1,11-86 1,84-158 0,1-11 15,10-10-31</inkml:trace>
  <inkml:trace contextRef="#ctx0" brushRef="#br0" timeOffset="18332.93">21526 8922 0,'11'63'31,"-11"-52"-31,-11 31 16,-20 53 0,20-10-1,-10-53 1,21-22-16,0 1 15,32 0-15</inkml:trace>
  <inkml:trace contextRef="#ctx0" brushRef="#br0" timeOffset="18583.82">21918 9102 0,'0'63'0,"0"-126"0,-11 391 16,11-307 0,-10 138-16,-1-96 31,11-42-15,53-95 15,11-169-16,-43 232-15,32-158 16</inkml:trace>
  <inkml:trace contextRef="#ctx0" brushRef="#br0" timeOffset="19118.83">21664 8393 0,'0'0'15,"74"52"1,-21 33 0,42 106-1,-74-160-15,-21-20 0,22 105 16,-22-105-16,10 63 15,-10-53 1,0-10 0</inkml:trace>
  <inkml:trace contextRef="#ctx0" brushRef="#br0" timeOffset="19549.12">20637 9165 0,'32'-10'31,"32"-12"-15,10-31 15,127-95-15,-169 138-16,158-191 15,-158 169-15,42-53 0</inkml:trace>
  <inkml:trace contextRef="#ctx0" brushRef="#br0" timeOffset="19698.89">21696 8530 0,'21'85'0,"-42"-170"0,42 191 0,21 0 16,-42-96-16,0 1 0,11 10 15,-1-21 1,-10 11-1</inkml:trace>
  <inkml:trace contextRef="#ctx0" brushRef="#br0" timeOffset="23517.21">28363 7758 0,'0'0'0,"106"-22"16,-95 22-16,95 0 15,10 43 1,64 115-1,-148-147-15,169 211 16,32 32 0,-54 21 15,-41 1-15,-85-12-1,-74 22 1,21-244-16,-138 286 15,-179 106 1,-107-95 0,-189-11-1,-54-106 1,-116-105 0,698-117-16,-550-64 15,233-169 1,148-253-1,95-287 1,159 678 0,0 10-16,-11-423 0,170-127 31,-127 572-31,0-12 0,-1 33 0</inkml:trace>
  <inkml:trace contextRef="#ctx0" brushRef="#br0" timeOffset="32232.2">5704 12171 0,'85'0'32,"688"0"-1,-689 0-31,-20 0 0,306-32 16,75 21-1,-128 11 1,170 32-1,95 21 1,180-11 0,-645-42-16,719 0 15,-138 0 1,-296-10 0,-190 10-1,-149 0 1,-52 0-1,0 0 1,-1 0 125,1 0-126,10 0 1,42 10 0,-10 12-1,-31-22 1,-1 0-1,53 10 1,53 11 0,21 1 15,-137-22-31,20 0 0,86 31 16,41-10-1,-136-21-15,73 11 16,138 10-1,-223-21-15,117 0 16,11 0 0,-128 0-16,33 0 15,-33 0 1,12 0 0,-12 0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93.02325" units="1/cm"/>
          <inkml:channelProperty channel="T" name="resolution" value="1" units="1/dev"/>
        </inkml:channelProperties>
      </inkml:inkSource>
      <inkml:timestamp xml:id="ts0" timeString="2026-08-30T12:14:03.1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23146 10096 0,'233'0'78,"10"0"-62,180 64-1,96-32 1,-456-11-16,297-21 15,-180 10 1,-127 1 0,-11 63-1,-31 64 1,-11 10 0,-95 95-1,10-179 1,-10-32-1,10-32 1,11-43 15,63 33-15,1-1 0,10 0-1,0 1 16,10 10-15,1-21 0</inkml:trace>
  <inkml:trace contextRef="#ctx0" brushRef="#br0" timeOffset="916.22">22542 15526 0,'0'0'0,"64"-21"32,296-22-1,84-52-15,-20 0-1,-244 95 1,-43 53-1,-73 52 1,-43 44 0,-21-118-16,-32 213 15,-53-1 1,-10-52 0,74-160-16,-64 33 15,32-43 1,-158-42-1,-86-74 1,181 31 0,105 43 15,43-95-15,-21 105-16</inkml:trace>
  <inkml:trace contextRef="#ctx0" brushRef="#br0" timeOffset="3299.48">18161 7800 0,'32'-21'32,"31"-11"-17,32-10 1,43-11 0,-106 42-16,158-31 15,-158 42-15,201-32 16,21 32-1,-222 0-15,243 11 16,-21-1 0,-85-10 15,-158 0-31,95 0 16,-1 0-1,-83 0-15,94 0 16,64 21-1,-64-10 1,-63 10 0,-32-21-1,-10 11 1,0-11 0</inkml:trace>
  <inkml:trace contextRef="#ctx0" brushRef="#br0" timeOffset="14066.45">21368 11970 0,'10'0'47,"96"-32"-32,127-10 1,0 31 0,-201 11-16,253 0 15,43 21 1,64 43 0,-350-64-16,360 63 15,-73-52 1,-75-11-1,-233 0-15,127-43 16,-11 12 0,-31 20 15,-95 11-31,84-10 16,0 10-1,-21 0 1,-10 10-1,21 1 1,137 31 0,-201-42-16,222 11 15,-73-11 1,-107 0 0,-52 0-1,-1 0 1,-20 0 93,-43 31-93,42-31-16,-221 11 15,-118-11 1,12 42 0,-12 32-1,96-10 1,0-54 0,223-10-16,-223 0 15,-191-31 1,-52-75-1,433 106-15,-380-64 16,63 64 0,0 11 15,42 31-15,170-21-1,148-21 1,10 0-1,201 22 48,86-22-47,-234 0-16,561-32 15,-63-63 1,-477 84-16,340-105 15,-350 94-15,328-73 16,63 53 0,-402 42-1,223 0 1,-233 0-16,190 63 16,-84-10-1,-64-42 1,-43-11-1,-41 10 17,-22 22-17,0-21 1,-137 31 0,148-42-16,-413 11 15,-286-11 1,-116-11-1,741 11-15,-593-53 16,307 21 0,222 11 15,138 21-31,10 0 16,11-10-1,32-1 1,212 11-1,253 53 1,53-42 0,-465-11-16,582 0 15,-170-53 1,-211-21 0,-275 74-16,41-22 15,-41 22 1</inkml:trace>
  <inkml:trace contextRef="#ctx0" brushRef="#br0" timeOffset="15534.53">21050 14256 0,'191'-85'47,"52"32"-31,392 43-1,349 62 1,-846-30-16,1026 147 16,-995-148-16,964 148 15,-11 33 1,-741-150 0,-328-52-1,-43 0 1,-84-10-1,64 10-15,-149-53 16,-85 32 0,-63 21 15,-328 0-15,540 0-16,-572-43 15,-370-105 1,-21-21-1,232 95 1,456 42 0,307 32-1,115-21 48,541 0-48,127 21 1,232 10 0,-423-52 15,-349 21-15,-158 10-1,-22 1 1,-117 10-1,-264 0 1,296 0-16,-507 21 16,475-21-16,-909-11 15,73 11 1,414 0 0,507 0-16,-21-10 15,32 10 1,63-32-1,-31 32-15,179-21 16,382 0 0,158 31 15,64-10-15,-339-10-1,-244-1 1,-200 11-16,21-11 0,-1 11 15,-168 11 32,-234 21-31,308-32-16,-403 21 16</inkml:trace>
  <inkml:trace contextRef="#ctx0" brushRef="#br0" timeOffset="18201.5">23400 11980 0,'-11'0'15,"1"0"1,10 32 0,21 84-1,32-20 1,-11-1-1,-31-74-15,41 96 16,1 20 0,21 75 15,-21-106-15,11-1-1,-64-94-15,32 21 16,-11 21-1,21-11 1,-21 11 0,0-32-1,-10-10 1,0 10 0,31 32-1,-21 10 1,-10 11-1,-11-63-15,10 21 16,-10-22 0,0 11 31,0-42-16,0 11-31</inkml:trace>
  <inkml:trace contextRef="#ctx0" brushRef="#br0" timeOffset="18950.25">23675 12245 0,'21'0'16,"43"21"0,84 117-1,0-1 1,-138-105-16,86 137 16,-1 32-1,-21-10 1,-10-64-1,-43-117-15,0 22 16,-11-21 0,1-11 15,-11 10-15</inkml:trace>
  <inkml:trace contextRef="#ctx0" brushRef="#br0" timeOffset="20866.22">22130 13007 0,'0'0'0,"31"-21"16,12 10-1,73 1 1,85-33 0,-31 33-1,-96 10 1,-21 10 0,-53 11-16,148 53 15,21 1 1,-31-23-1,-128-41-15,86-11 16,-12 0 0,1-21 15,31 0-15,-20-11-1,20 21 1,-95 1-16,-10 10 0,84 0 15,0 0 1,-21 0 0,-63 0-16,52 0 15,-10 0 1,11 10 0,-11 12-1,0-12 1,0-10-1,-22 0 1,12 0 0,-12-32 15,-9 11-15,-1 0-1,-11 0 1,1-11-1,-11 11 1,0 0 15,-42 21-15,10 0 0,-95 0-1,116 0-15,-126-21 16,-86 10-1,181 11-15,-223 0 16,-52 0 0,116 21 15,84 0-15,54-10-1,-11-11 1,42 0-16,-63 0 15,-11 0 1,-21-21 0,95 21-16,-31 0 15,-1 0 1,33 0 0,20 0-1,0 0 16,54 0 157,10 0-172,-43 0-16,202 10 15,-32-31 1,42-21-1,43 0 1,-96 42 0</inkml:trace>
  <inkml:trace contextRef="#ctx0" brushRef="#br0" timeOffset="26866.92">19431 12996 0,'0'0'0,"11"0"63,116 21-48,169 22 1,-264-43-16,402 63 15,243 64 1,-233 0 0,-179-42-1,-170-53 1,-52-1 0,-22-31-16,21 0 15,11 0 1,10 11-1,1-11 1,21 21 0,-1 0 15,-73-21-31,42 11 16,-32 10-1,0-10 1,127 95-1,286 169 1,222 21 0,-582-264-16,509 148 15,-340-138 1,-232-42-16,20 0 16,-20 0-1,-1 0 1,-62-42-1,41 31-15,-148-52 16,127 41-16</inkml:trace>
  <inkml:trace contextRef="#ctx0" brushRef="#br0" timeOffset="29783.35">22828 11525 0,'0'0'0,"106"-32"16,10 11 0,-10 0 15,-95 11-31,169-22 16,-32 11-1,53 21 1,-53 10-1,-137 1 1,10-11 0,-21 10-1,-21 22 1,-11-21 0,-169-32-1,-117-43 1,-126 22-1,63 42 1,106 21 0,232-11-1,-126 33 1,53 10 0,73-32-1,33-21 1,10 10-1,74-10 17,243 0-17,244 0 1,-32-10 0,-465 10-16,264-64 15,-243 54 1,-64 10-1,-21 10 79,-21-10-78,-75 0-1,-52-10 1,127 10 0,11 0-1,-1 0 17</inkml:trace>
  <inkml:trace contextRef="#ctx0" brushRef="#br0" timeOffset="31150.49">23156 14256 0,'0'0'0,"11"-11"16,74 11-1,52 11 1,1-1 0,31-41-1,-84 9 1,-54 22-1,1-10 1,0 10 0,31 0 15,-20 10-15,-33-10-1,-10 11 1,-21 0 15,0 20-15,-117-20-1,-179-11 1,-43 10 0,117 22-1,190-21 1,42-11-1,64 0 17,286-64-1,74-20-15,-117 10-1,-169 42 1,-106 11-1,-10-953 1,10 1948 15,-42-964-15,-53 11 0,-170-10-1,-31-11 1,63 0-1,202 0-15,-43 0 16,42 0 15,1 0-15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93.02325" units="1/cm"/>
          <inkml:channelProperty channel="T" name="resolution" value="1" units="1/dev"/>
        </inkml:channelProperties>
      </inkml:inkSource>
      <inkml:timestamp xml:id="ts0" timeString="2026-08-30T12:14:56.0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21294 1556 0,'21'10'62,"-11"1"-62,43 105 16,-32-63-1</inkml:trace>
  <inkml:trace contextRef="#ctx0" brushRef="#br0" timeOffset="315.58">20976 2043 0,'0'10'47,"0"22"-31,0 10 0,0-31-1,21 10 1,-21 11-1</inkml:trace>
  <inkml:trace contextRef="#ctx0" brushRef="#br0" timeOffset="916.3">21135 1894 0,'10'0'0,"-20"0"0,52 0 15,53 0 1,54 22 0,-1-22-1,11 0 1,-22 0 0,-31 0-1,-64 0 1,-10 0-1,-11 21 1,32 10 0,11 1 15,-33-11-15,-20-10-1,-11 10 16,-53 53-15,42-63-16,-52 63 16,-22 11-1,-21 10 1,43-63 0,52-32-16</inkml:trace>
  <inkml:trace contextRef="#ctx0" brushRef="#br0" timeOffset="1267.88">21283 2434 0,'11'0'15,"31"11"1,-10 20-1,-1 1 1,22 11 0,0-1 15,-32-21-31</inkml:trace>
  <inkml:trace contextRef="#ctx0" brushRef="#br0" timeOffset="1549.27">21304 2932 0,'0'0'0,"43"0"15,-1 0 1,0 0 0,-21 0-1,53-11 17,-63 11-32,63-42 15,-63 42-15</inkml:trace>
  <inkml:trace contextRef="#ctx0" brushRef="#br0" timeOffset="1916.2">21770 2487 0,'0'0'0,"0"21"31,-21 74-15,21-84-1,-11 95 1,1-96-16,-1 96 16,-31 21-1,42-116-15,-32 84 16,21-84-16,-42 52 15,-10 11 1,42-63-16,-32 42 16,42-53-16,-42 42 15,-10 22 1,52-54-16,-21 11 16,11 1-1</inkml:trace>
  <inkml:trace contextRef="#ctx0" brushRef="#br0" timeOffset="2316.31">20923 3143 0,'21'0'15,"-42"0"-15,127-10 16,-95 10-16,20 0 0,139 42 15,-128-42-15,244 11 16,21-11 0,-53 0 15,-117-11-15,-116 0-1,-10 11 1</inkml:trace>
  <inkml:trace contextRef="#ctx0" brushRef="#br0" timeOffset="2715.79">21653 3471 0,'0'0'0,"32"11"16,32-1-1,-33 1 1,22 10 0,-42-21-16,21 32 15,21 0 1,-43-32-16,22 53 16,53 31-1,-64-84-15,0 32 16</inkml:trace>
  <inkml:trace contextRef="#ctx0" brushRef="#br0" timeOffset="4932.41">28459 2625 0,'21'84'63,"-21"-63"-63,10 32 15,11-21-15,1 95 16,9 21-1,-20-137-15,-11-1 0,32 149 16,-11-148-16,21 200 16,1 43-1,-43-222-15,0 63 16,0-42 0,0-42-16,0 0 15,0-1 1,0 1-1,0-1 1,-11-10 203</inkml:trace>
  <inkml:trace contextRef="#ctx0" brushRef="#br0" timeOffset="5352.51">28088 3302 0,'0'-11'0,"0"22"0,21-53 16,22 10 0,52-10 15,-74 42-31,85-22 16,-74 12-16,95-1 15,-117 1-15,1 10 0,84-22 16,11 12-1,-85 10-15,64 0 16,-43 0 0</inkml:trace>
  <inkml:trace contextRef="#ctx0" brushRef="#br0" timeOffset="5732.33">28353 3387 0,'10'21'31,"1"0"-15,-11-10-16,0 52 15,0-31 1,-11 0-1,1-11 1,-1-21-16,11 10 16</inkml:trace>
  <inkml:trace contextRef="#ctx0" brushRef="#br0" timeOffset="6001.19">28755 3365 0,'10'0'0,"22"0"16,32 22-1,-22-12 1,-21 1-1,-10-11-15,-1 0 16,12 0 15</inkml:trace>
  <inkml:trace contextRef="#ctx0" brushRef="#br0" timeOffset="6366.05">29019 2805 0,'11'-11'0,"10"11"31,22 0-15,-33 0-16,54 0 15,20-11 1,-63 1-16,1 10 0,73-43 15,-85 33-15,75-22 16,-64 22-16,22-12 16,-43 12-16</inkml:trace>
  <inkml:trace contextRef="#ctx0" brushRef="#br0" timeOffset="6732.43">29051 2635 0,'0'0'0,"32"11"32,10 63-17,-42-64-15,32 54 16,-21-64-16,-11 11 0,21 52 16,-11-10-1,1-42 1,-11-1-1,11-10 1,20-42 0</inkml:trace>
  <inkml:trace contextRef="#ctx0" brushRef="#br0" timeOffset="7000.43">29443 2529 0,'0'0'0,"10"22"16,-10-12-16,32 22 15,-21 21 1,-1-21 0,-10 20-1,0-20 1,-63 32-1,-11-11 1,21-11 0,21-31-1</inkml:trace>
  <inkml:trace contextRef="#ctx0" brushRef="#br0" timeOffset="7400.11">28914 3090 0,'10'21'31,"22"11"-15,-11 11-1,0 20 1,-10-52-16,-1 31 15,22 11 1,-21-32 0,-11-10-1,0-1 1</inkml:trace>
  <inkml:trace contextRef="#ctx0" brushRef="#br0" timeOffset="7933.2">29369 3037 0,'31'0'15,"-62"0"-15,105 0 16,-32 11 0,-10-11-1,-22 0 16,1 11-15,21 20 0,-22-20 15,-10-1-15,0 22-1,-42 42 1,-11 22-1,0-1 1,21-53 0,11-31-1,11-11 1,-43 10 0,-53 1-1,85-11 1</inkml:trace>
  <inkml:trace contextRef="#ctx0" brushRef="#br0" timeOffset="8232.33">29062 3228 0,'21'0'16,"64"0"-1,-11 21 1,-64-21-16,22 0 16,-11 0-1,-10 0 1,-11 11 15,-21-1-15</inkml:trace>
  <inkml:trace contextRef="#ctx0" brushRef="#br0" timeOffset="8499.04">28988 3440 0,'21'0'0,"-42"0"0,95 0 16,-64 0-16,22 0 16,10 0-1,54 0 1,-43 0-1,-22 10 1,-9 1 0</inkml:trace>
  <inkml:trace contextRef="#ctx0" brushRef="#br0" timeOffset="8832.19">28903 3651 0,'42'0'15,"54"0"1,20 0 0,-10-21 15,0-21-15,-22 10-1,-20-10 1,-54 42-16,12-11 15,-22 0 1</inkml:trace>
  <inkml:trace contextRef="#ctx0" brushRef="#br0" timeOffset="9215.18">29094 3514 0,'0'21'15,"-11"-21"-15,22-21 0,-43 105 16,32-63-16,0-10 0,0 84 15,-11-10 1,1-74-16,-12 73 16,-20-52-1,32 0 1,-1-22 0,11 1-16,-11-1 15,1-10 1</inkml:trace>
  <inkml:trace contextRef="#ctx0" brushRef="#br0" timeOffset="9482.48">29221 3672 0,'0'0'0,"52"22"16,23 20 0,-12-10-1,-52-32-15,10 10 16,0 11 0,-10-10-1,31 21 1,-21-11-1,-10-21-15,10 32 16,11-22 0</inkml:trace>
  <inkml:trace contextRef="#ctx0" brushRef="#br0" timeOffset="12732.15">20680 6001 0,'10'0'47,"86"-11"-32,126-31 1,21 10 0,-222 32-16,170 0 15,-159 0-15,169 0 16,-64 0-1,-126 0-15,84 32 16,0 31 0,32 85 15,-116-137-31,10 21 0,117 105 16,-106-126-16,63-921 15,-32 1936 1,-52-1004-1,-1 9 1,-10 43 0,-105 85-1,-33-42 1,-10-43 0,137-74-16,-147 10 15,-107-10 1,-42-21-1,275 21-15,-158-11 16,-22-41 0,170 41 15,21-31-15,-1-43-1,-9-63 1,31 116-16,0 0 0,0-105 15,63-138 1,-52 243-16,116-190 16,-21 73-1,-64 96 1,-31 43 0,-1-1-1,1 11 1,52 74-1,1 32 1,-33-42 0</inkml:trace>
  <inkml:trace contextRef="#ctx0" brushRef="#br0" timeOffset="14466.07">20415 4456 0,'11'-22'15,"-1"-31"1,1 22-1,0-22 1,31-21 0,-10 53 15,-11 10-15,-11 11-1,64 0 1,170-11-1,95 11 1,-11 0 0,-74 0-1,-43 43 1,-20 20 0,-159-42-16,211 64 15,-63 0 1,-138-64-1,-31 11 1,-32 31 0,-85 11 15,-138 11-15,-84-53-1,265-32-15,20 0 0,-327 0 16,328 0-16,-255 0 15,266 0-15,-149 0 16,95-32 0,85 21-16,-21 1 15,21-1 1,-11-74 0,11 11-1,0 11 1,32-1-1,0 1 1</inkml:trace>
  <inkml:trace contextRef="#ctx0" brushRef="#br0" timeOffset="35384.03">19526 10996 0,'43'-21'78,"200"-117"-47,-222 128-31,191-33 16,116-20-1,-74 21 1,21 42-1,-243 0-15,222 10 16,-53 22 0,-169-22-16,137 33 15,-148-43-15,159 53 16,-42 10 0,-107-52-16,86 52 15,20 22 1,-41-22-1,-86-63-15,33 22 16,-33-22 0,-10 10-1,-32 64 17,-169 127-17,170-169-15,-139 137 16,138-137-16,-126 95 15,52-63 1,-11-54 0,-168-31-1,-287-95 1,54 42 0,94 10-1,139-10 1,232 53-1,31-11 1,1-84 0,32-54 15,-11 139-31,0-118 16,10 22-1,54 0 1,42 32-1,-22 32 1,-62 52 0,-12 11-16,1 0 15,-11-10 1</inkml:trace>
  <inkml:trace contextRef="#ctx0" brushRef="#br0" timeOffset="37882.33">16319 5831 0,'0'0'0,"11"74"15,-11-63-15,21 53 16,-21 73 0,53 107-1,11 115 17,-54 1-17,-10-106 1,0-243-16,0-1 0,0 22 15,-10-21 1,-1-11 0,11-21-16,-21-85 15,21 95-15,0-31 0</inkml:trace>
  <inkml:trace contextRef="#ctx0" brushRef="#br0" timeOffset="38416.44">16573 5831 0,'0'0'0,"22"0"16,41-31-1,75 31 1,126-11 0,-10 0-1,-222 11-15,222-21 16,-63 11 0,-107 10-1,-52 53 1,-21 63-1,-1 180 1,-10-274-16,0 284 16,0-73 15,0-201-31,-21 116 16,-32-31-1,-10-22 1,63-85-16,-11 1 0,-53 53 15,33-22 1,20-42-16,11 21 16,-10-32-1,-1 1-15,-42-138 16,-32-85 0,64 201-16,-63-222 15</inkml:trace>
  <inkml:trace contextRef="#ctx0" brushRef="#br0" timeOffset="38782.46">17346 5154 0,'0'11'0,"-32"42"16,1 52 0,20-83-16,-10 73 15,-53 106 1,63-169-16,-52 137 15,10 11 1,0 21 0,53-148 15,0-32-15</inkml:trace>
  <inkml:trace contextRef="#ctx0" brushRef="#br0" timeOffset="39050.37">17198 6043 0,'0'0'0,"53"0"15,53 42 1,-11 43-1,-85-85-15,54 85 16,-1 10 0,-31-10 15,32 31-15,-54-105-16,22 63 15,-11-74-15,-21 21 0</inkml:trace>
  <inkml:trace contextRef="#ctx0" brushRef="#br0" timeOffset="39632.51">16902 11134 0,'0'0'0,"-11"31"16,-63 181-1,74-191-15,-85 223 16,64-191 0,-74 148-16,-22-11 31,107-158-31,-1-22 0,-126 192 16,10 30-1,42-83 1,85-139-16,0 11 15,0-10 17,11-11-17</inkml:trace>
  <inkml:trace contextRef="#ctx0" brushRef="#br0" timeOffset="40032.48">17060 12139 0,'106'0'15,"-74"0"-15,-170 0 0,308 0 16,-160 0-16,22 0 15,-11 32 1,-10 10 0,-11 11-1,0-42-15,-11 42 16,11-43-16,-53 54 16,-21 20-1,74-63-15,-137 138 16,10 21-1,116-159-15,-95 127 16,43-73 0,63-65-1,-11-10 17</inkml:trace>
  <inkml:trace contextRef="#ctx0" brushRef="#br0" timeOffset="40299.39">16711 12478 0,'21'-11'31,"-10"11"-31,63 0 16,-42 11 15,-22-1-15,22-10-1,21 11 1</inkml:trace>
  <inkml:trace contextRef="#ctx0" brushRef="#br0" timeOffset="40715.55">18214 10626 0,'0'-11'0,"-21"32"15,21 0-15,0 180 16,0-169-16,0 233 16,0-43 15,0-201-31,0 191 16,-32 127-1,-10 42 1,-22 84-1,54-137 1,-12-105 0,22-213-16,0 117 15,0-42 1,0-53 0,0-22-1,0-169 32</inkml:trace>
  <inkml:trace contextRef="#ctx0" brushRef="#br0" timeOffset="41016.44">18267 12319 0,'0'-11'15,"63"11"1,22 43 0,-74-33-16,63 33 15,-32-22 1,-31-11-1,-1-10 17,1 0-1</inkml:trace>
  <inkml:trace contextRef="#ctx0" brushRef="#br0" timeOffset="63115.78">21018 5736 0,'-10'53'63,"10"-42"-48,-11 42 1,-10-22-1,0 33 1,0-32 0,10 20-1,1-20 1,-1 21 0,0-42-16,1 20 15,-22 22 1,22-10-1,-1 10 1,-10 10 0,-11-21-1,11 22 17,10-22-17,-10 11 1,21-42-16,-32 63 15,32-64-15,-21 75 16,11-11 0,-1-10-1,0 20 1,-20-20 0,20 10-1,1-11 1,-1-20-1,-10 10 1,10-32 0,11-11 15,0 12 0</inkml:trace>
  <inkml:trace contextRef="#ctx0" brushRef="#br0" timeOffset="63832.87">21071 5842 0,'-53'85'31,"-31"10"-16,84-85-15,-74 75 16,-11 32 0,74-107-16,-41 85 15,-12 96 1,1-1 0,10-20-1,31-149-15,-20 127 16,-11-53-1,32-63 1,10-11 0,11-10-1,0 10 32,0-10-31</inkml:trace>
  <inkml:trace contextRef="#ctx0" brushRef="#br0" timeOffset="64516.25">22341 5800 0,'0'53'31,"-31"31"-15,-33 43-1,-42 95 1,0 22-1,-21 20 1,22-31 0,62-116-1,22-107-15,0 54 16,0-11 0,21-43-16,-11 11 15,1-21 1,10 11-1,21-74 48,-21 10-63</inkml:trace>
  <inkml:trace contextRef="#ctx0" brushRef="#br0" timeOffset="64932.42">22288 5736 0,'-21'191'31,"11"-149"-31,-43 106 16,32-116-16,-85 243 15,-116 191 1,190-424-16,-169 244 15,169-244-15,-127 180 16,85-116 0,53-74-1,32-32 17,20-32-17,-10 0 1</inkml:trace>
  <inkml:trace contextRef="#ctx0" brushRef="#br0" timeOffset="69982.95">2572 17907 0,'42'0'47,"149"0"-31,105-21-1,-275 21-15,307-11 16,0 11 0,-285 0-16,316 0 15,340 21 1,63 1 0,74-22-1,-720 0-15,837-11 16,-308 11-1,-137 0 1,64 0 0,-43 0 15,43 0-15,-488 0-16,541 11 15,10 73 1,-572-73-16,456 63 15,95-42 1,-551-32-16,392-11 16,-412 0-16,295-41 15,-31-23 1,-127 44 0,-64-12-1,-105 43-15,74-21 16,-43 11-1,-31-12 1</inkml:trace>
  <inkml:trace contextRef="#ctx0" brushRef="#br0" timeOffset="71500.66">20045 11822 0,'0'31'31,"21"149"-15,21 53 15,22 0-15,-32-11-1,-22 85 1,-10-265-16,11 297 15,-11 106 1,0-181 0,31-73-1,-31-170-15,22 42 16,-22-52 0,0-1-1,0 12 16,0-44 1</inkml:trace>
  <inkml:trace contextRef="#ctx0" brushRef="#br0" timeOffset="72332.88">21283 11800 0,'-21'149'31,"10"-139"-31,-73 308 16,52-117 0,0 21 15,22-10-15,10-181-16,0-9 0,0 126 15,0 0 1,0 42-1,-11-20 1,11 31 0,0-169-16,0 158 15,-32 1 1,11-33 0,0-10-1,21-137-15,0 95 16,10 0-1,1-106-15,-11 21 16,11-11 0,-11 1 15,10-11 0,1 0-15</inkml:trace>
  <inkml:trace contextRef="#ctx0" brushRef="#br0" timeOffset="78349.58">21103 16446 0,'11'-63'47,"-1"-106"-31,-10 137-16,0-127 15,-21-116 1,21-43 0,-10 12-1,-12 284-15,-9-274 16,-12 42-1,33 222-15,-22-179 16,32 179-16,-11-233 16,11-42 15,0 254-31,0-201 16,0-52-1,0 41 1,0-31-1,0 274-15,0-179 16</inkml:trace>
  <inkml:trace contextRef="#ctx0" brushRef="#br0" timeOffset="168850.07">28501 7726 0,'53'-32'16,"-106"64"-16,317-159 15,-52 42 1,0-10-1,-180 74-15,126-32 16,22 53 0,-53 32-1,21 105 17,-126-105-32,83 180 15,-41-11 1,-54-32-1,-126 53 1,105-190-16,-274 201 16,-181 10-1,392-200-15,10-33 0,-507 170 16,-43-127 0,572-53-16,-276-32 15,223-52 1,95 73-16,-53-137 15,21-106 1,32 211-16,-95-306 16,-11 63-1,64 96 17,84 42-17,138-11 1,64 32-1,-213 116-15,192-41 16,-118 30-16</inkml:trace>
  <inkml:trace contextRef="#ctx0" brushRef="#br0" timeOffset="170700.23">19727 7662 0,'0'-10'31,"212"-107"-15,-180 107-16,169-96 16,-169 95-16,-11-10 0,137-32 15,-136 53-15,232-10 16,0 31 0,-223-11-16,192 75 15,-202-64-15,222 159 16,-84 0-1,-138-148-15,53 127 16,-42-1 0,-32 1-1,-53-21 17,42-128-32,11 11 0,-95 85 15,-95-32 1,137-63-16,10-11 0,-253 21 15,233-21-15,-22 0 0,21 0 0,-20 0 0,20-11 0,-20 11 0,-139-31 16,-348-107 0,179-21-1,361 149-15,-1-1 0,-74-116 16,42-42 0,54-43-1,10 180-15,116-158 16,22 63-1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93.02325" units="1/cm"/>
          <inkml:channelProperty channel="T" name="resolution" value="1" units="1/dev"/>
        </inkml:channelProperties>
      </inkml:inkSource>
      <inkml:timestamp xml:id="ts0" timeString="2026-08-30T12:16:25.2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593 15314 0,'0'0'0,"63"-32"15,-42 32-15,53-53 16,11 22-1,0 20 1,21 0 0,31 96 15,-10 74-15,-53-11-1,-53 0 1,-21-105-1,0-12 1,-53 1 0,-21-11-1,64-10-15,-22-11 0,-74 10 16,-42-10 0,53-10-1,74-1 1,-1-10-1,-20-42 1,10-12 0,32 54-1</inkml:trace>
  <inkml:trace contextRef="#ctx0" brushRef="#br0" timeOffset="1019.17">7916 15060 0,'11'0'0,"21"-21"16,-22 21 15,11 0-15,106 42-1,53 64 1,-32 0-1,-126-106-15,-12 10 0,43 54 16,0 10 0,-53-63-16,11 73 15,-33 43 1,-30-42 0,-23-43-1,65-31-15,-64-1 16,10-10-1,43 0-15,-32-31 16,-21-65 0,21-20 15,43 42-31</inkml:trace>
  <inkml:trace contextRef="#ctx0" brushRef="#br0" timeOffset="2317.32">14753 15473 0,'42'-32'47,"96"-95"-16,-117 127-31,-10-11 0,126-41 16,96-1-1,-63 31 1,-22 54-1,-117-21-15,75 73 16,0 65 0,-106-128-16,64 116 15,-43 33 1,-21-149-16,0 64 16,-53 20-1,42-94-15,-73 31 16,-160 1-1,202-43-15,-350 0 16,43-53 0,137-43-1,117-41 17,85 126-32,-12-126 15,22-33 1,11 139-16,52-107 0</inkml:trace>
  <inkml:trace contextRef="#ctx0" brushRef="#br0" timeOffset="9835.2">12298 16563 0,'21'0'15,"11"-21"1,-11-11 0,21-148-1,-31 159-15,-11-11 0,32-127 16,-1-95 0,43-95-1,-52 275-15,73-445 16,21-31-1,-116 487-15,85-350 16,-85 360-16,10 11 16,43-181-16,-21 118 15,-32 94 1,11-42 0,-11 42-1,0 1 1,0-1 15</inkml:trace>
  <inkml:trace contextRef="#ctx0" brushRef="#br0" timeOffset="10900.76">19696 15547 0,'10'-53'47,"11"-53"-47,11-74 16,10-42 15,32-43-15,-74 234-16,75-202 15,20-85 1,-11 64-1,-73 223-15,21-54 16,-32 64 0,0 10-16,10 11 15,-10-10 1</inkml:trace>
  <inkml:trace contextRef="#ctx0" brushRef="#br0" timeOffset="15533.38">14944 2064 0,'0'116'16,"0"11"-1,0-116-15,0 211 16,53 32 0,-11 21 15,32 85-15,-21-11-1,0-21 1,-43-285-16,22 242 15,0 1 1,-22-148 0,1-107-1,-11 1 1,21-21 0,-10-11-16,10 0 15,-10 0-15,31-32 16,-21 0-1,-10 11 1,-11 11 0,0-12 31,-11 1-47</inkml:trace>
  <inkml:trace contextRef="#ctx0" brushRef="#br0" timeOffset="16667.15">14880 2000 0,'95'64'62,"22"-1"-62,-85-52 0,179 63 16,107 32-1,-265-85-15,-11-11 16,223 86-16,-244-86 0,10 1 16,171 84-16,-107-63 15,-32-32 17,-52 0-32,52-42 15,11-22 1,-63 43-16,74-32 15,-1-11 1,-62 54 0,-1-11-1,32-22 1,21-10 0,-74 32-16,53-21 15,21-22 1,-32 22-1,-31 21-15,10-11 16,-11 11 0,-10 10 15,0-10-15,0 11 15,-42-22-16,-43 11 1,-31-11 0,105 21-16,-158 1 15,137-1-15,-190-20 16,21 20 0,169-10-16,-95 10 15,21 11 1,22 0-1,-12 0 1,65 21-16,-86 1 16,-10 9 15,106-20-31,-95 21 16,20-22-1,86-10-15,-64 11 16,0-1-1,10 12 1,11 9 0,32-20-1,21-1 1,21 22 0,-10-32-16</inkml:trace>
  <inkml:trace contextRef="#ctx0" brushRef="#br0" timeOffset="17384.68">17283 2053 0,'0'-10'16,"0"20"-16,10-20 16,32 20-1,11 85 1,-31 43-1,30 169 1,-52 0 0,-42 21-1,42-286-15,-42 276 16,-22-22 0,43-31-1,0 20 1,53-84-1,-32-179-15,84 147 16,-41-42 0,-22-95 15,-21-22-31,10-10 16,-10 11-1,-21-11 32,11 21-31,-22-10-1,-21-11-15</inkml:trace>
  <inkml:trace contextRef="#ctx0" brushRef="#br0" timeOffset="18034.5">15833 4805 0,'0'0'0,"0"21"15,-11-10 1,-10 10-1,10-21-15,-10 21 16,11-11 0,-12 22 15,33-32-31,21 43 16,52 52-1,1-21 1,42-21-1,-116-43-15,190 43 16,0-53 0,32 0-1,-43 0 1,-73-21 0,-22-11-1,-85 32-15,96-42 16,-42-21-1,20-12 1,12-30 0,-43 31 15,-53 10-15,-11 53-16</inkml:trace>
  <inkml:trace contextRef="#ctx0" brushRef="#br0" timeOffset="19868.24">15155 3567 0,'11'0'31,"-11"-11"-15,32 0 30,10-10-30,-31 21-16,73-42 16,33 21-1,20 10 17,33 1-17,-33-1 1,-10 11-1,-116 0-15,20 0 0,65 0 16,-12 0 0,-10 21-1,22 32 1,-12-11 0,12 11-1,-33-32 1,-31-10-1,-11 0 1,21 10 0,11 32-1,21-32 17,-52-11-17,-1 12 1,-21-12-16,10 1 15,11 21 1,1-1 0,9-20-1,-20-1 1,0-10 0,-11 22-1,-64 52 1,-10-11-1,-21-20 1,84-33-16,-211 32 16,-32-20-1,-21-22 17,31-53-17,213 42-15,-107-42 16,127 53-16,-105-42 15,-11 0 1,32 10 0,10 21-1,85 1-15,-74-12 16,63 12-16,-10-1 16,11 11-16,-1-10 31,11-75-16,21 0 1,53-10 0,138 0-1,21 42 17,-201 53-32,84 0 15,-84 0 1,-22 0 15,1 0-15</inkml:trace>
  <inkml:trace contextRef="#ctx0" brushRef="#br0" timeOffset="21383.5">15610 3852 0,'11'0'47,"42"0"-31,32 0 15,20-21-15,-73 11-1,0 10 1,-22 0-1,-10-11 1,11 11 0</inkml:trace>
  <inkml:trace contextRef="#ctx0" brushRef="#br0" timeOffset="21917.5">15695 3588 0,'21'10'16,"22"22"0,-12-21-1,-31-1-15,74 11 16,11 11 0,10-11-1,1 0 1,-54-10-1,-32 0 1,1-11 0,0 0 15,-11 10 0,-43 33-15,33-43-16,-64 84 15,0-10 1,-1-21 0,65-32-16,-32-10 15,31 0 1</inkml:trace>
  <inkml:trace contextRef="#ctx0" brushRef="#br0" timeOffset="22568.44">16658 3852 0,'-42'11'16,"-22"-11"-1,-31-11 1,-11-20 0,22-1-1,20 11 17,53 21-32,1 0 15,-1-11 1</inkml:trace>
  <inkml:trace contextRef="#ctx0" brushRef="#br0" timeOffset="23183.61">16224 3588 0,'-32'0'78,"-42"42"-62,64-42-16,-75 21 15,0 0 1,64-10 0,42-11 46,75 53-46,-86-43-16,11-10 0,43 53 15,63 0 1,-116-42-16,63 31 16,-11-10-1,-31-21 1,-32 10 0,21-11-1</inkml:trace>
  <inkml:trace contextRef="#ctx0" brushRef="#br0" timeOffset="26966.69">16309 4572 0,'0'-11'16,"10"96"15,-10-53-31,22 222 16,-22 106-1,0 52 1,-22 12-1,22-361-15,0 392 16,0-74 0,53-137-1,-21-160 1,-21-73 0,-11 0-1,-11-75 16,-10 32-15</inkml:trace>
  <inkml:trace contextRef="#ctx0" brushRef="#br0" timeOffset="27416.2">15854 6742 0,'159'116'31,"-318"-232"-31,423 370 16,-253-223-16,84 117 16,32 64-1,-42-64 1,-64-137-16,-10 10 0,10 11 15,0-32 1,-10 10 0,-1-10-1,64-169 1,64-127 0,21-96-1</inkml:trace>
  <inkml:trace contextRef="#ctx0" brushRef="#br0" timeOffset="28650.21">16330 2900 0,'0'10'31,"0"-31"-16,0 11-15,-11-202 16,-10 43 0,21 147-16,-21-189 15,-11-86 1,32 43 0,-21 43-1,11 190-15,10-106 16,0 84-1,0 12 1,0 20 0,0 0-1,0-10 17,0 0-17,0-21 1,0 31-16,0-21 15,0-10 1,0 0 0,-11-11-1,11 10 1,0-20 0,0 10-1,0 11 1,-11 31-1,11-10 1,-10 21 0,10-11-1,-32 11 48,11 0-48,-11 43 1,-63 31 0,74-64-16,10 1 0,1 0 0,-43 41 15,32-52-15,10 11 0,-74 53 16,75-54-16</inkml:trace>
  <inkml:trace contextRef="#ctx0" brushRef="#br0" timeOffset="28966.1">16362 804 0,'10'11'0,"-20"-22"0,190 107 15,-170-86-15,22 1 0,-21-1 0,73 43 16,-63-53-16,-10 11 0,63 52 16,-63-52-16,42 52 15,0-20 1,-22 31-1,1-11 1</inkml:trace>
  <inkml:trace contextRef="#ctx0" brushRef="#br0" timeOffset="29867.15">16510 5440 0,'0'63'31,"42"160"-16,-42-181-15,32 307 16,-32 64 0,0-350-16,0 255 15,0-265-15,0 338 16,-42 149 0,42-445-16,0 392 15,10 243 1,-20-158-1,10-509-15,0 255 16,-11-212 0,11-85 15,0-10-15,11-11 30,-1 0-14</inkml:trace>
  <inkml:trace contextRef="#ctx0" brushRef="#br0" timeOffset="41101.17">5599 14393 0,'0'0'0,"0"-10"32,0 137 46,0-11-63,0 96 1,0 10 0,0-127 15,10-31-15,1-32-1,-1-11 1,-10-11-1,21-10 1</inkml:trace>
  <inkml:trace contextRef="#ctx0" brushRef="#br0" timeOffset="41633.31">6329 14901 0,'0'11'31,"-11"-1"-15,1 1-16,-22 137 16,-21 159 15,0 127-15,32-74-1,21-318-15,0 170 16,21-149-1,-21-52-15,0 0 16,11-54 31</inkml:trace>
  <inkml:trace contextRef="#ctx0" brushRef="#br0" timeOffset="45200.21">15928 1027 0,'0'-11'16,"0"0"15,32-10-15,10 0-1,85-42 1,11 10-1,31 31 1,-148 22-16,106 0 16,-21 22 15,-11 62-15,0 117-1,-84-190-15,0 137 16,-43-21-1,11-116-15,-75 63 16,-73-42 0,-127-64-1,-32-138 1,105-9 0,149 20-1,53 148-15,21-105 16,64 21-1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93.02325" units="1/cm"/>
          <inkml:channelProperty channel="T" name="resolution" value="1" units="1/dev"/>
        </inkml:channelProperties>
      </inkml:inkSource>
      <inkml:timestamp xml:id="ts0" timeString="2026-08-30T12:17:56.8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6403 6149 0,'10'0'32,"1"0"-32,74 10 15,10 1 1,-74-11-16,127 11 15,-95-11-15,-32 0 0,382-953 16,200 1937 0,-519-984-16,424 22 15,96-33 1,-562 11-16,191-42 16,-223 31-16,33 0 15,-22 1 1,11-1-1,84 11 1,-105 11-16,147 10 16,-62 11 15,-86-22-31,11-10 16,-10 0-1,10 0 16</inkml:trace>
  <inkml:trace contextRef="#ctx0" brushRef="#br0" timeOffset="4684.53">3429 7673 0,'11'0'31,"52"0"-16,-52 0-15,243 0 16,307 0 0,-487 0-16,539 0 15,202 0 1,138 32 0,52-11-1,-888-21-15,782 42 16,-285 22-1,-296-1 1,-255-42 0,-42-21-1,-10 11 32,42-11-31,-21 0-16,253 21 15,33 11 1,-107-32 0,-179 10-16,85-10 15,-96 0 1,-11 0 0,12 0 15,126-21-16,95-21 1,1 21 0,-54-11 15,-148 21-31</inkml:trace>
  <inkml:trace contextRef="#ctx0" brushRef="#br0" timeOffset="8183.13">24119 10382 0,'11'-10'32,"84"-33"-17,64 22 1,10-11-1,-148 32-15,149 0 16,52 43 0,-53 20-1,-158-42-15,63 32 16,-32 11 0,-10 20-1,10-9 1,-31-65-1,-11 1 1,11-1 0</inkml:trace>
  <inkml:trace contextRef="#ctx0" brushRef="#br0" timeOffset="8617.1">26606 12404 0,'0'10'47,"0"11"-31,11-10-16,21 105 16,-32 22-1,0-127-15,0 73 16,-53-41-1</inkml:trace>
  <inkml:trace contextRef="#ctx0" brushRef="#br0" timeOffset="9001.89">23304 13049 0,'-10'0'0,"20"117"63,12-43-48,31 42 1,10-21-1,-52-84-15,-1 0 0,22 20 0</inkml:trace>
  <inkml:trace contextRef="#ctx0" brushRef="#br0" timeOffset="9315.59">25389 14732 0,'0'0'0,"-10"32"15,-1-22 1,11 1 0,-53-75 15,-10-73-15</inkml:trace>
  <inkml:trace contextRef="#ctx0" brushRef="#br0" timeOffset="9717.45">22468 10552 0,'0'0'0,"53"10"78,-21 1-78,63 20 0</inkml:trace>
  <inkml:trace contextRef="#ctx0" brushRef="#br0" timeOffset="10015.39">26797 10446 0,'0'10'0,"0"-20"0,11 41 16,-1 1-1,1-21 1,-11-1-1,21 1 1,-42 21-16</inkml:trace>
  <inkml:trace contextRef="#ctx0" brushRef="#br0" timeOffset="10816.14">15325 7694 0,'0'11'32,"190"-11"-17,-148 0-15,11 0 16,254 0-16,-222 0 0,0 0 0,-22 0 15,22 0-15,10 0 0,-10 21 0,148 0 0,-117-21 0,32 21 16,-31-21-16,20 21 0,-10 0 0,275 22 0,614 10 16,-899-53-1,-1 0-15,-21 21 0,-10-21 0,275 32 0,53-1 32,-403-31-32,1 0 0,-1 0 0,1 0 0,10 0 15,0 0 1,-10 0 15,-1 0 0</inkml:trace>
  <inkml:trace contextRef="#ctx0" brushRef="#br0" timeOffset="15000.14">24691 6562 0,'0'42'78,"0"233"-62,10-21-1,1 53 1,42 53 0,-21 10-1,10 11 17,-31-338-32,20 359 15,-31 0 1,0-360-16,0 255 15,0-244-15,0-32 0,-10 243 16,-22 33 0,11-255-16,-21 191 15,-11 0 1,53-223-16,-11 75 16,11-11-1,0 0 1,11-10-1,-1-22 1,-10-21 0,0 11-1,0 0 17,0 31-17,0-52-15,0 52 16,0-31-1,0 0 1,0 52 0,0-63-16,0 170 15,-21 148 1,21-318-16,-11 212 16,-10-212-16,21 11 0,0 52 15,0-73-15,-10 31 16,10-31-1,0-1 64,0 43-17,0 53-46,-11 21-1,11 11 1,0-43 0,32 0-1,-32-84-15,32 73 16,-11 1-1,-11-11 1,-10-53 0,0 0-1,0-10 32,0 31-31,0-10-1,0-11 1</inkml:trace>
  <inkml:trace contextRef="#ctx0" brushRef="#br0" timeOffset="15649.99">24712 12890 0,'85'0'63,"148"0"-48,-181 0-15,245-10 16,-234 10-16,498-11 15,423 11 1,-63 0 0,-265-42-1,-592 42-15,349-32 16,-265 11 0,-138 10-1,1-10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93.02325" units="1/cm"/>
          <inkml:channelProperty channel="T" name="resolution" value="1" units="1/dev"/>
        </inkml:channelProperties>
      </inkml:inkSource>
      <inkml:timestamp xml:id="ts0" timeString="2026-08-30T12:18:25.1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5757 11208 0,'0'10'15</inkml:trace>
  <inkml:trace contextRef="#ctx0" brushRef="#br0" timeOffset="299.33">5567 12520 0,'0'11'16,"0"-22"-16,-11 53 15,11-31 1</inkml:trace>
  <inkml:trace contextRef="#ctx0" brushRef="#br0" timeOffset="516.26">5302 13547 0,'0'10'15,"0"-20"-15,-10 31 16,10-11-16,0 22 16,0 21-1,0-42-15,0 63 16</inkml:trace>
  <inkml:trace contextRef="#ctx0" brushRef="#br0" timeOffset="968.11">5313 16076 0,'0'0'16,"0"11"-1,-11 10 1,11-11-1,0 1 1,-10 0 0</inkml:trace>
  <inkml:trace contextRef="#ctx0" brushRef="#br0" timeOffset="1250.06">5196 17304 0,'0'53'16,"-21"-43"-16,42-73 0,-52 200 15,31-126-15,0 52 16,0 1 0,0-32-1,0-22 1</inkml:trace>
  <inkml:trace contextRef="#ctx0" brushRef="#br0" timeOffset="6566.88">15208 6911 0,'-10'10'0,"-54"149"15,1 127 1,-1 63 0,32 32-1,32-338-15,0 380 16,-10-21-1,-1-148 1,-10-159 0,21-1047-1,21 1809 32,22-1111-31,-43 222-16,21 11 0,21-169 15,32 41 1,-74 139-16,32-43 16,21 0-1,0 42 1,10 33 0,1 41-1,-54-42-15,22 85 16,-11-21-1,-31-11 1,-43-42 0,-21 10-1,-11-42 17,43 0-17,31 0 1,32 42 15,32 32-15,-42-63-16,84 84 15,-84-74-15,147 96 16,22-85 0,-21-43-1,-74-116 1,-75 85-1</inkml:trace>
  <inkml:trace contextRef="#ctx0" brushRef="#br0" timeOffset="7050.39">16552 8742 0,'0'-32'16,"-31"-63"0,-44-11-1,44 74 1,-1 11-1,-21 10 1,-74 11 0,11 43-1,-1 73 17,85-84-32,-52 137 15,52-31 1,32-128-16,11 54 15,52 10 1,64-21 0,11-42-1,-128-11-15,128-22 16,-11-9 0,-21 20-1,-32 11 1</inkml:trace>
  <inkml:trace contextRef="#ctx0" brushRef="#br0" timeOffset="7633.34">16944 9123 0,'-11'-11'0,"-20"-10"16,-1 21-1,11 0 1,-32 11-1,21 31 1,0-10 0,11-11-1,32 21 17,31 22-17,21 10 1,-52-64-16,0-10 0,52 64 15,-21-1 1,-31-41 0,10-22-16,-21 21 31,-10 74-15,10-74-16,-74 138 15,-32-53 1,-21-53-1,-43-75 1,139 12-16,-75-54 16,95 43-1,11-11 1</inkml:trace>
  <inkml:trace contextRef="#ctx0" brushRef="#br0" timeOffset="9233.29">16658 7969 0,'74'0'32,"-10"11"-17,52 42 1,11-11-1,11-10 1,-85-11 0,-43-21-16</inkml:trace>
  <inkml:trace contextRef="#ctx0" brushRef="#br0" timeOffset="174051.09">5810 11218 0,'0'0'0,"-21"0"16,0 96 31,0-22-31,21-64-16,-43 85 15,43-73-15,-10-1 0</inkml:trace>
  <inkml:trace contextRef="#ctx0" brushRef="#br0" timeOffset="174250.04">5472 12181 0,'-11'149'31,"22"-298"-31,-22 372 16,11-213-16,21 64 15,0 22 1,-21-44 0,0 1-1,0-21-15</inkml:trace>
  <inkml:trace contextRef="#ctx0" brushRef="#br0" timeOffset="174435.96">5556 13208 0,'0'21'31,"0"-42"-31,0 95 32,0-53-17,0 11 1,0-21-16,0 20 15</inkml:trace>
  <inkml:trace contextRef="#ctx0" brushRef="#br0" timeOffset="174653.21">5472 13695 0,'0'32'15,"0"-64"-15,-11 95 16,0-42-1,11 22 1,0-33-16,0 22 16,-21 95-1,11-21 17,-1-95-32</inkml:trace>
  <inkml:trace contextRef="#ctx0" brushRef="#br0" timeOffset="174834.49">5302 14647 0,'0'32'16,"0"-64"-16,-10 106 15,10-63-15,0 21 16,-22 10 0,22 22-1,0 41 1,-10 1-1,-11-32 1</inkml:trace>
  <inkml:trace contextRef="#ctx0" brushRef="#br0" timeOffset="175017.25">5154 15610 0,'0'22'15,"0"-12"-15,0-42 0,-21 159 16,0-116-16,21 0 0,0-1 0,-11 43 15,11 32 1,0-75-16,0 54 16,0-54-16,0 64 15,0 32 1,0-95-16,0-1 0,0 65 16</inkml:trace>
  <inkml:trace contextRef="#ctx0" brushRef="#br0" timeOffset="175332.89">5101 16859 0,'0'53'31,"0"-106"-31,-10 148 16,10-84-16,0 0 0,-22 10 15,12 53 1,10 0-1,-32 21 1,21-84-16,11-1 0,-10 75 16,-11 31-1,21-105-15,0 127 16,0 10 0,0-116-16,-11 95 15,11-117-15,0 11 0,0-10 0,0-1 16,-10 12-16,10-12 0,0 11 0,-22 32 15,22-42 1</inkml:trace>
  <inkml:trace contextRef="#ctx0" brushRef="#br0" timeOffset="176002.98">5726 11377 0,'10'21'16,"1"32"15,10 53-15,0 21-1,0 21 1,-21-116-16</inkml:trace>
  <inkml:trace contextRef="#ctx0" brushRef="#br0" timeOffset="176217.22">5789 12562 0,'0'0'0,"0"127"15,0-10 17,32 20-17,0-20 1,-11-1-1,-11-105-15,22 63 16,-32-32-16</inkml:trace>
  <inkml:trace contextRef="#ctx0" brushRef="#br0" timeOffset="176418.01">6001 13758 0,'0'85'16,"0"-170"-16,0 181 0,0-22 15,0-64-15,0 64 16,10-63-16,-10 74 16,0-75-16,21 96 15,-10-11 17,10-84-32,-10 84 15,-11-63-15</inkml:trace>
  <inkml:trace contextRef="#ctx0" brushRef="#br0" timeOffset="176603.12">6085 15071 0,'0'63'16,"0"-126"-16,11 190 16,10-53-1,21 32 1,-42-96-16,22 107 15,-12-12 1,-10-83-16,0-1 0,21 63 16,-21-73-16</inkml:trace>
  <inkml:trace contextRef="#ctx0" brushRef="#br0" timeOffset="176817.29">6276 16404 0,'0'42'15,"10"-31"-15,-20-64 0,31 233 16,-21-159-16,0-10 0,11-1 0,-11 1 0,0 21 16,0-22-16,10 1 0,-10 21 0,0-22 0,0 11 0,0-10 0,21 63 15,1 53 1,-22-116-16,10-1 0,-10 1 0,0 42 16,11 0-1,-1 10 1</inkml:trace>
  <inkml:trace contextRef="#ctx0" brushRef="#br0" timeOffset="177016.53">6413 17558 0,'0'31'0,"0"-62"16,0 84-16,11 0 0,-11-43 16,11 22-1,-11 0 1,0-11-1,31 63 1,-31-73-16,0 10 0,22 74 16,-1 11-1,0-10 1,-21-65-16</inkml:trace>
  <inkml:trace contextRef="#ctx0" brushRef="#br0" timeOffset="182999.94">13949 11493 0,'0'0'15,"21"43"-15,-10-11 16,-1-32-16,11 52 16,-10 23-1,-1-33-15</inkml:trace>
  <inkml:trace contextRef="#ctx0" brushRef="#br0" timeOffset="183201.24">14065 12393 0,'11'21'0,"-22"-42"0,43 169 32,-32-137-32,0 95 15,0 21 1,-11-53-1,1-53-15</inkml:trace>
  <inkml:trace contextRef="#ctx0" brushRef="#br0" timeOffset="183417.98">14160 13293 0,'22'21'0,"-44"-42"0,75 148 16,-31-43 0,-22 1-1,0-22 1,0 1 15,0-53-31</inkml:trace>
  <inkml:trace contextRef="#ctx0" brushRef="#br0" timeOffset="183584.03">14139 14298 0,'0'32'0,"0"-64"0,0 138 15,0-96-15,0 75 16,0-11-1,0-53 1</inkml:trace>
  <inkml:trace contextRef="#ctx0" brushRef="#br0" timeOffset="184500.32">13981 12700 0,'10'21'31,"-10"-10"-15,21 42 0,0 0-1,-10-11 1</inkml:trace>
  <inkml:trace contextRef="#ctx0" brushRef="#br0" timeOffset="184718.21">14055 13229 0,'0'21'0,"0"-42"0,0 95 32,0-10-17,0-11 1,21-11-1,-21 0 1,0-31-16</inkml:trace>
  <inkml:trace contextRef="#ctx0" brushRef="#br0" timeOffset="184918.74">13938 14055 0,'0'10'0,"0"1"31,0-1 1,0 1-32,0 0 15,0 20-15</inkml:trace>
  <inkml:trace contextRef="#ctx0" brushRef="#br0" timeOffset="185500.43">13970 14944 0,'0'10'31,"0"1"1,-11 21-17,1-22-15</inkml:trace>
  <inkml:trace contextRef="#ctx0" brushRef="#br0" timeOffset="186003.34">13515 16775 0,'0'10'15,"-11"1"1,11-1-1,0 1-15,-10-11 16,-1 42 0,11 22-1,0-22-15</inkml:trace>
  <inkml:trace contextRef="#ctx0" brushRef="#br0" timeOffset="186234.44">13483 17410 0,'-10'52'0,"20"-104"0,-42 157 16,32-83-16,-10 9 15,10 1 1,0 10 15,-11 11-15,1 0-1,-1 21 1,11-63-16,0-1 0,-11 65 16,11-65-16</inkml:trace>
  <inkml:trace contextRef="#ctx0" brushRef="#br0" timeOffset="186417.95">13398 18383 0,'0'32'0,"0"-64"0,0 75 0,0-12 16,0-10-1,0 11 1,0-21 15</inkml:trace>
  <inkml:trace contextRef="#ctx0" brushRef="#br0" timeOffset="-102729.2">13049 8699 0,'-21'0'32,"0"0"-17,-32 32 1,-21 42-1,21-21 1,53-42-16,-53 52 16,32-31-1,10-11 1,1-10 0,20 21-1,22-11 1,32-11-1,10 1 1,21-22 0,-85 11-16,65-21 15,-54-11 1,0 22 15,-21-1-15,10 11-16,-10-10 15,0-22 1,0-21 0,0 21-1,0-21 1,0 43-16</inkml:trace>
  <inkml:trace contextRef="#ctx0" brushRef="#br0" timeOffset="-101429.14">13261 8572 0,'0'11'62,"0"0"-46,0 20-1,0 33 1,-21-22 0,21 32-1,-11-10 1,11-1 15,0-52-31,0 42 16,32 10-1,-22-20 1,1-33 0,0-10-1,10 11 1,0-11-16,0 0 16,0 0-1,0-32 1,22 0-1,-22-31 1,42-32 0,-63 84-16,43-63 15,-11 21 1,-32 11 15,0 31-15,0 0-1,-11 11 17,-21 75-17,0 20 1,1 0 0,31-31-1,0-33 1,21-10-1,0 11 1,11-21 0,21-1-1,-22 1 1,12-11 15,-33 0-31,22 0 16,21-11-1,-42 11-15,20-53 16,22-31 0,-32-11-1,-10-1 1,21 12 0,-11 20-1,-10 43 1,-11 10-16</inkml:trace>
  <inkml:trace contextRef="#ctx0" brushRef="#br0" timeOffset="-100928.65">14256 8731 0,'10'0'47,"1"0"-32,52 21 1,11 1 0,-52-12-1,-1-10 1,0 11-16</inkml:trace>
  <inkml:trace contextRef="#ctx0" brushRef="#br0" timeOffset="-100577.72">14319 9070 0,'0'0'0,"21"0"15,22 0 1,-12 0-1,-9 0 1,-12 0 0,1 0-1,10 0 17,-10 0-17</inkml:trace>
  <inkml:trace contextRef="#ctx0" brushRef="#br0" timeOffset="-98945.64">18193 8911 0,'0'0'15,"31"-10"1,-20 10-16,10-11 15,32-10 1,32-11 0,10 11-1,-84 21-15,63-11 16,-11 11 0,-20 0-1,-33 0-15</inkml:trace>
  <inkml:trace contextRef="#ctx0" brushRef="#br0" timeOffset="-97962.52">19674 7853 0,'0'190'47,"-31"33"-15,-1-22-17,21 31 1,11-200-16,0 169 15,0-148-15,0-32 0,0 159 16,0-148-16,0 0 0,0 137 16,0-137-16,0-932 15,0 1906 1,0-996 0,0 1-1,11-43 1,31-190-1,32-22 1,-21 96 0,-53 127-16,32-42 15,0 20 17,-1 33-17,54-1 1,-74 11-16,52 11 15,-31 10 1,-21-952 0,10 1936-1,-21-994-15,10 73 16,-41-10 0,-44-10-1,-9-22 1,73-42-16,-42 21 15,43-21 1,-11 0 0,31 0 15,54 0 0,-54 0-31,75 21 16,0-10-1,-64-11-15,32 0 16,21 0 0,-64 0-1,1 0 1</inkml:trace>
  <inkml:trace contextRef="#ctx0" brushRef="#br0" timeOffset="-97512.75">19177 8393 0,'11'0'16,"41"-22"0,54 33-1,42 0 17,85 10-17,-201-21-15,95 21 16,-116-21-16,63 10 15,-43-10 1,-20 0-16,0 0 16</inkml:trace>
  <inkml:trace contextRef="#ctx0" brushRef="#br0" timeOffset="-97128.67">20045 8318 0,'0'0'16,"32"0"-1,-1 32 1,33 0-1,-22-11 1,-21 21 0,-10-10-1,-11 32 1,0-54-16,-53 64 16,0 0-1,11-42 1,31-32 15</inkml:trace>
  <inkml:trace contextRef="#ctx0" brushRef="#br0" timeOffset="-96728.74">20891 8953 0,'-10'11'46,"31"10"1,0-10-31,0-1 0</inkml:trace>
  <inkml:trace contextRef="#ctx0" brushRef="#br0" timeOffset="-95945.52">21251 8816 0,'11'0'0,"-11"-11"16,10 11-1,22-21 1,21 0 0,-42 21-16,20-21 15,1 10 1,-11 11-1,-10 0 1,0 21 0,-11 22-1,0-1 1,0 22 15,0-54-31,0 43 16,10-11-1,-10-20-15,32-1 16,-11 10 0,0-20-1,43 0 1,20-11 0,86-64-1,-139 54-15,96-86 16,-116 86-16,105-54 15,-73 32 1,-33 22-16,12-1 16,-1 1-1,-11 10 17,1 31-17,-11-20-15,10 63 16,1 32-1,-11-43 1,21-31 0,-21-11-16,32 1 15,-21-22-15,20 21 16,54 0 0,-11-42-1,-63 21-15,-1-21 0</inkml:trace>
  <inkml:trace contextRef="#ctx0" brushRef="#br0" timeOffset="-95444.49">21495 8340 0,'21'0'16,"21"0"-1,85 10 1,-116-10-16,10 0 0,127 0 16,-137 0-16,105 11 15,-95-11-15,64 0 16,-32 0 0,-21 0-1</inkml:trace>
  <inkml:trace contextRef="#ctx0" brushRef="#br0" timeOffset="-95078.61">22140 8255 0,'21'0'31,"22"11"-15,-33-1-16,22 22 15,21-11 1,-53-10-16,11-1 16,-1 1-1,1 21 1,-32 20-1,-22 23 1,-20-975 0,10 1916-1,42-995 1,1-21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93.02325" units="1/cm"/>
          <inkml:channelProperty channel="T" name="resolution" value="1" units="1/dev"/>
        </inkml:channelProperties>
      </inkml:inkSource>
      <inkml:timestamp xml:id="ts0" timeString="2026-08-30T12:18:57.1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22659 1990 0,'0'0'0,"63"169"15,-41 11 1,-1-43-1,-21 12 1,0-118-16,0-20 16,0 169-16,0 74 15,31 63 17,-31-274-32,0-1 0,43 212 15,-22-21 1,0-96-1,-21-105-15,0-21 0,0-1 0,0 75 16,11-21 0</inkml:trace>
  <inkml:trace contextRef="#ctx0" brushRef="#br0" timeOffset="500.07">23177 1958 0,'32'201'31,"53"286"-15,-85-392-16,42 371 15,-42 105 1,0-486-16,0-22 16,-74 488-16,32-33 15,21-10 17,21-338-17,0-149 1,0-32-1,-11-222 1,11 202-16</inkml:trace>
  <inkml:trace contextRef="#ctx0" brushRef="#br0" timeOffset="13800.97">12435 17230 0,'22'0'15,"-44"0"-15,75 10 16,-42-10-16,63-32 15,106-73 1,-170 94-16,181-52 16,-149 52-16,212-31 15,32 10 1,-265 11-16,149-22 16,-160 43-16,1-10 0,73-22 15,-73 32-15,42-53 16,42-10-1,-84 41-15,95-62 16,-85 73-16,148-84 16,22 21-1,-64 21 17,-53 11-17,-74 31-15,31-21 16,-20 11-1,0 0 1,10 10 0,32 11-1,-43 0-15,75 0 16,-22-10 0,-41 10-1,30 0 1,-9 0-1,73 0 1,-105 0-16,-1 0 16,64 0-16,-31-11 15,-1 11 17,-10-10-17,0-1 1,-22 0-16,11-20 15,53-54 1,-42 0 0,11 1-1,-43 73-15,21-74 16,0-20 0,-11 9-1,22 12 1,0 10-1,21-22 1,-53 86-16,42-75 16,11-10-1,-21 21 1,0 31 15,-11 12-15,-11 20-1,1 11 64,74 53-64,-75-53-15,54 32 16,-33-11-1,-9-21 1,-12 0 0,11 0-1,1 0 17,-12-11-17,11 11 1,-10-984-1,10 1958 17</inkml:trace>
  <inkml:trace contextRef="#ctx0" brushRef="#br0" timeOffset="20267.14">16224 14721 0,'0'0'0,"53"-10"78,53-33-62,74-9-1,74-23 1,-117 33 0,-84 0-1,-31 42-15,9-43 16,1-9-1,-32 41-15,53-63 16,-53 63 0,53-73-16,-11-43 15,-10 0 17,-32 105-32,21-73 15,-10 11 1,-1 84-16,1-53 15,21-11 1,-22 32 0,1-31-1,-11 52-15,21-73 16,21-54 0,-21 0-1,22-63 1,20-53-1,-20-21 1,-33 243-16,22-190 16,10 53-1,-10 31 17,21 22-17,-32 63 1,-10 0-1,-1 32 1</inkml:trace>
  <inkml:trace contextRef="#ctx0" brushRef="#br0" timeOffset="33250.24">5218 17018 0,'42'0'46,"32"-53"-30,-53 42-16,138-116 16,-138 117-16,222-159 15,149-85 1,-350 243-16,276-169 16,-32 32-1,-64 10 1,-63 43-1,-1-21 1,-136 94-16,-12 12 16,22-11-16,0 0 0,-11 10 0,11-10 0,-22 10 0,22 1 0,-11-1 0,11-10 15,0 0-15,-1 0 0,-10 10 0,11 11 0,-21-11 0,21-10 0,-11 11 0,10-1 16,139-63 0,-149 63-16,11 11 0,-22-10 0,11-1 0,-10 11 0,21-21 0,21 10 15,-43 1-15,1 10 0,-1 0 0,1-11 0,0 11 0,-1-10 0,11 10 16,-10-11-16,0 11 0,10-32 15,-11 32-15,-10-10 0,64-11 16,-64 10-16,10 11 0,1-11 0,63-31 16,-42 42-16,158-85 15,85-10 1,-243 74-16,0 10 0,-11 1 0,96-75 16,20-63-1,-52-32 1,-64 74-1,-10 53 1,-11 43-16,31-1 16,54-31 15,-74 42-31,41-21 16,-30 10-16,9-10 15,-20 10 1,0 11-16,-1-21 15,11 0 1,-10 21-16,-11-11 0</inkml:trace>
  <inkml:trace contextRef="#ctx0" brushRef="#br0" timeOffset="34717.05">7186 14192 0,'0'0'0,"-11"43"15,11-33 1,0 1-16,-10-1 16,-11 43-1,0 0 1,-22 32-1,43-75-15,-10 1 0,-12 74 16,-20 31 0,0-10-1,42-96-15,-11 12 0,-31 52 16,10 0 0,0 0-1,32-64-15,0 1 0,0 74 16,0 42-1,0-43 1,0-73-16,-21 63 16,0-10-1,21-54 1,-21 32 0,21-31-16,-42 53 15,10 20 1,21-73-16,-31 63 15,10 0 1,-21-11 0,32-10-1,-42 32 1,52-74-16,-63 73 16,63-63-16,-116 96 15,-63-1 1,20-20-1,43-44 1,117-30-16,-1-22 16,-73 42-16,10 11 15,42-11 17,11-42-32,-22 43 15,-10-12 1,-31 1-1,-75 10 1,-116-42 0,0-31-1,232 31-15,-168-43 16,41 1 0,128 31-1,31 11 1,1 0-1,-1 0 17</inkml:trace>
  <inkml:trace contextRef="#ctx0" brushRef="#br0" timeOffset="36800.37">7218 14235 0,'0'-22'31,"21"-41"-15,0-1-1,32 33 1,-42 9-16,31 1 16,21-10-1,1-22 17,-11 10-17,21-10 1,53 0-1,-106 53-15,138-42 16,63-21 0,-31 10-1,-170 53-15,169-43 16,11 22 0,-10-11-1,-1 11 1,-63-10-1,-10-1 1,-107 32-16,86-53 31,9 32-31,65 0 32,31 21-17,-180 0-15,117 0 16,-75 0-1,-52 0 1,-1 0 15</inkml:trace>
  <inkml:trace contextRef="#ctx0" brushRef="#br0" timeOffset="39250.11">6043 16796 0,'0'53'47,"11"179"-31,20-83-1,-9 9 17,-22-136-32,0-12 0,10 85 15,-10-52 1,11-33-1,-11 1-15,21-11 16</inkml:trace>
  <inkml:trace contextRef="#ctx0" brushRef="#br0" timeOffset="40000.07">8234 16679 0,'0'21'16,"0"1"0,-21 52-1,-22 0 1,12-11 0,-1 54-1,32-96-15,-32 148 16,-10 53-1,-1-20 1,22-75 0,11-32-1,-1-63 17,11-11-17,0-11 16</inkml:trace>
  <inkml:trace contextRef="#ctx0" brushRef="#br0" timeOffset="53235.1">18902 10679 0,'63'0'78,"191"10"-62,-211-10-16,242 21 15,54 11 1,-64-11 0,-10 0-1,-212-21-15,190-973 16,329 1936 0,-509-963-16,498-21 15,-476 10-15,571-42 16,95-21-1,-116 21 1,-571 32-16,370-21 16,-127 20-1,10 1 17,-21-10-17,1-12 1,-1-10-1,-254 53-15,1 0 0,179-10 16,96 10 0,-297 0-16,212 0 15,-43 0 1,-84 0 0,-11 0-1,-74 0-15,85 10 16,63-10-1,-84 0 1,-64 0 0,-21-10-1,11 10 17</inkml:trace>
  <inkml:trace contextRef="#ctx0" brushRef="#br0" timeOffset="71883.6">19103 13017 0,'0'64'94,"0"-53"-94,0-1 0</inkml:trace>
  <inkml:trace contextRef="#ctx0" brushRef="#br0" timeOffset="72270.42">18828 13589 0,'21'0'47,"106"0"-16,-117 0-31,86-21 16,-1 10-1,-84 1-15,73 10 16,1 0 0,-75 0-16,12 0 15</inkml:trace>
  <inkml:trace contextRef="#ctx0" brushRef="#br0" timeOffset="74467.42">20108 14944 0,'-10'0'0,"31"0"31,159 53-16,-148-32-15,179 53 16,-179-64-16,180 64 16,137 11-1,-127-43 1,-116-42 15,-74 0-15</inkml:trace>
  <inkml:trace contextRef="#ctx0" brushRef="#br0" timeOffset="74817.67">21198 15441 0,'0'11'16,"0"-22"-16,-74 477 15,74-445 1,0 265 0,-31-22-1,31-126 1,0-96-1,-11-31 1,11 10 0,0-11 15,0 1 0</inkml:trace>
  <inkml:trace contextRef="#ctx0" brushRef="#br0" timeOffset="75133.88">21357 16394 0,'0'0'0,"11"0"31,10 63-15,-11-52-16,1 73 15,0 64 1,-11-84 0,0-53-1,0-1-15,0 1 16,0-22 15,0-10-15</inkml:trace>
  <inkml:trace contextRef="#ctx0" brushRef="#br0" timeOffset="75399.95">21431 16044 0,'0'-10'0,"0"20"78</inkml:trace>
  <inkml:trace contextRef="#ctx0" brushRef="#br0" timeOffset="76467.57">10806 14891 0,'21'-43'47,"74"-62"-32,-84 94 1,73-42 0,-73 32-16,63 0 15,21 21 1,-10 63-1,-1 43 1,-52 53 0,-32 42-1,0-169-15,-63 73 16,-33-20 0,86-85-16,-128 11 15,107-11-15,-192 0 16,-105-117-1,275 96-15,-116-116 16,137 115-16,-31-73 16,31 32-1,32 20 1,53-20 15,127-22-15,-43 32-16</inkml:trace>
  <inkml:trace contextRef="#ctx0" brushRef="#br0" timeOffset="77568.17">2476 14721 0,'0'0'0,"11"11"15,95 42 1,31-32 0,128-21-1,-244 0-15,191-32 16,-180 22-16,126-11 16,-73 10-1,-21 53 1,-43 54-1,-21 52 1,0-117-16,-32 192 16,-42-86 15,63-126-31,1-11 0,-86 42 16,-94-31-1,148-11-15,-159-53 16,169 42-16,-148-73 15,95 10 1,75 63-16,-43-53 16,53 54-16,-43-75 15,1-21 1,42 96-16,0-43 16,0 32-1</inkml:trace>
  <inkml:trace contextRef="#ctx0" brushRef="#br0" timeOffset="94300.42">15462 15092 0,'11'0'16,"-1"-11"-1,22 11 1,32-21 0,52-21-1,-105 42-15,116-21 16,-117 21-16,128-43 15,-1 11 1,-126 32-16,116-42 16,-32 42-1,-10 21 17,-11 32-17,-63-42-15,-11-1 0,52 75 16,-20 42-1,-32-85-15,0 149 16,-84 52 0,52-190-16,11-32 0,-75 128 15,-31-44 1,117-105-16,-75 32 16,-21-21-1,11-11 1,32-21-1,63 10-15,-32 0 16,-21-31 0,11-85-1,20 95 1,-31-222 0,32 96-1,21-86 1,11 234-16,-11-12 0,21-20 15,-21 31-15,11-20 16,-1 31 0,-10-11-1,11 11 1</inkml:trace>
  <inkml:trace contextRef="#ctx0" brushRef="#br0" timeOffset="111350.72">4477 17124 0,'31'0'109,"12"-21"-93,-22 21-16,85 0 15,137-74 1,-52-22-1,-1 12 1,-190 73-16,43-21 16,9 11-1,1 0 1,0 21 0,-42 0-16,10 0 0,43-11 15,-54 11-15,96-31 16,10 9-1,-105 12-15,63-1 16,-63 1-16,52-11 16,32 21-1,22-11 17,-1-31-17,1-32 1,-54 10-1,-42 64-15,0-21 16,11 10 0,21 1-1,42 10 1,-84 0-16,84-32 16,0 0-1,-10-21 1,53-31-1,-11-12 1,-117 86-16,86-75 16,-75 64-16,85-74 15,-22 10 1,-10 22 15,-63 63-31,31-32 16,-21 21-1,-10-31 1,21 10 0,-1 11-1,1-21 1,-32 31-16,21-10 16,11 0-1,-21-11 1,-11-10-1,21-11 1,-11 10 0,1 1-1,0 31 17,-11 1-1,42-54-16,-10-10 1,-1 11 0,-20 20-1,10 22 1,11-21 0,21 0-1,-43 31-15,54-52 16,-11-1-1,-11 43 1,-31 10-16,52-10 16,1-21-1,20-1 17,22-20-17,-95 52-15,63-42 16,-11 32-1,12-10 1,-75 20-16,74-31 16,31-22-1,-30 22 1,9-11 0,-20 21-1,-43 22 1,0-12-1,11-9 1,0-1 0,20 11-1,-41 0 1,31-1 0,22-9-1,-54 20-15,65-42 16,-65 53-16,54-53 15,-11 21 1,-32 22 0,-11 10-1,-10-11 1,11 11 0</inkml:trace>
  <inkml:trace contextRef="#ctx0" brushRef="#br0" timeOffset="-182695.32">10710 14827 0,'0'0'15,"85"-74"1,-74 64-16,73-43 15,22 0 1,-85 42-16,74-10 16,-42 10-1,-10 11 1,10 64 0,-11 95-1,0 84 1,-42-74-1,0-73 1,-10-43 0,-43 21-1,-42 10 17,-117 43-17,11-74 1,106-42-1,31-22 1,64 1-16,-63-43 16,20-11-1,43 43-15,-21-42 16,21-54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93.02325" units="1/cm"/>
          <inkml:channelProperty channel="T" name="resolution" value="1" units="1/dev"/>
        </inkml:channelProperties>
      </inkml:inkSource>
      <inkml:timestamp xml:id="ts0" timeString="2026-08-30T12:21:59.7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3524 6128 0,'11'0'79,"63"0"-64,-64 0-15,202 31 16,-64 1-1,-137-21-15,63-1 16,-63-10-16,73 22 16,181 30-1,222 23 1,105-75 0,-221-22-1,-213 1 1,-158 11-16,64-12 15,21 1 1,105 0 0,11-11-1,-95 32 1,-64-10 15,-20 10-15,73 0-1,-63 0-15,253 0 16,424-21 0,-95 31-1,-63 11 1,-149 22 0,-95-1-1,-265-42-15,223 32 16,73 0-1,-126-43 1,-64-10 0,-137 21-16,63-11 15,10 1 1,43-1 15,-116 11-31,222 0 16,10 32-1,-222-32-15,191 32 16,-180-32-16,158 10 16,-84-10-1,-85 0 1,-10 0 0,10 0-1,43 0 1,-64 11-16,84 10 15,-41-21 1</inkml:trace>
  <inkml:trace contextRef="#ctx0" brushRef="#br0" timeOffset="7516.53">3598 9070 0,'-10'0'46,"31"0"33,95-11-64,-95 11-15,149 21 16,-138-21-16,253 11 15,43-11 1,-285 0-16,190 0 16,-54 0-1,-73-21 17,21 10-17,-116 11-15,10-10 0,138-1 16,-127 11-16,158 0 15,-21-10 1,-147 10-16,73 0 16,-21-22-1,0 12 1,74 10 0,148 21-1,64 11 1,-307-32-16,201 21 15,-84-11 1,-149-10-16,116 0 16,-105 0-16,201 22 15,84-1 17,-274-21-32,380 42 15,-381-21-15,255 11 16,-266-32-16,128 11 15,-85-11 1,-53 0 0,32 0-1,-42 0-15,0 0 0,190 0 16,169 0 0,159-53-1,32 21 1,-497 11-16,380-11 15,-126 32 1,-265 0-16,211 21 16,75 22-1,-75-43 1,-63 0 15,-169 0-31,63 10 16,-31-10-1,-53 0-15,94 32 16,393 53 0,-414-75-16,573 54 15,52-54 1,-625-10-16,297 0 16,-243-32-1,-85 22 1,53-1-1,158 11 1,86-10 0,-308 10-16,286-21 15,-138-1 17,-137 12-17,0 10 1,-32 0-1,-10-11 1,0 11-16,31-10 16,117-22-1,190 42 1,297 33 0,-191-22-1,-201-10 1,-223-11-16,86 0 15,73 0 1,-169 0-16,170 0 16,-64 0-1,-106 0 1,-10 0 15,20 0 16,-9 0-31,-12 0-1,1 0 17</inkml:trace>
  <inkml:trace contextRef="#ctx0" brushRef="#br0" timeOffset="9550.21">3122 10467 0,'32'-11'62,"63"-10"-30,-31 0-17,-1 21 1,32 0-1,22-11 1,-96 11-16,148 0 16,53 0-1,64 22 1,169 30 0,-42-20-1,-106-32 1,-275 0-16,84 0 15,-84 0 1,-22 0-16,1-21 16,0 21-1,31 0 17,223 64-17,-223-43-15,434 95 16,85-31-1,-476-85-15,454 32 16,75-32 0,-159-22-1,-158-9 1,-287 31-16,128-22 16,-53 22-1,-22 0 1,32-21-1,53-32 1,-116 43-16,148-33 16,169 22-1,297 85 1,275 84 15,-805-127-31,720 96 16,-730-117-16,582 84 15,-222-84 1,-456 0-16,1 0 0,42 0 16,-43 0-1,1 0 1,10 0 31,21-10-32,-31-1 1,0 11 0,-1 0 15</inkml:trace>
  <inkml:trace contextRef="#ctx0" brushRef="#br0" timeOffset="13016.5">4953 7959 0,'11'0'31,"84"-22"-16,116-62 1,276-43 0,159 53-1,190 74 1,-730 0-16,719 53 16,-401 42-1,-340-42 1,-52 95-1,-74 148 1,-106 202 0,116-456-16,-233 403 15,-42-139 17,11-147-17,0-95 1,264-64-16,-212-21 15,22-96 1,201 107-16,10-1 0,-63-95 16,43 11-1,31-11 1,0-32 0,21-52-1,127-43 1,-116 201-16,243-222 15,159-10 1,-381 232-16,275-74 16,-85 74-1,-126 43 1,-54 116 15,-52-106-31,52 201 16,-10 32-1,-53-232-15,-10 94 16,10-105-16,-117 73 16,75-73-16,-329 52 15,-380-137 1,635 53-16,-625-180 16,656 190-16,-539-253 15,264 20 1,339 223-16,-53-159 15,105 43 1,96-1 0</inkml:trace>
  <inkml:trace contextRef="#ctx0" brushRef="#br0" timeOffset="18276.2">3556 10033 0,'85'0'78,"137"63"-46,-63 12-17,-75-54 1,-52-21-1,21 10 1,-42-10-16,-1 0 0,138 0 16,106 11-1,-233-11-15,191 21 16,0-10 0,-85-1-1,-43 1 1,-84 10-16,138 0 15,53 11 1,-170-32-16,106 0 16,42 0-1,-63 10 1,63 33 15,-158-43-31,10 0 0,180 53 16,53-11-1,-222-42-15,179 21 16,-52-21 0,-95 0-1,-33 0 1,-20 11 0,116 52-1,64 1 1,-1-22-1,-21-42 1,-42 0 0,-105 0-16,147-32 15,127 22 17,-275 10-32,286-11 15,-254 11-15,169 0 16,-52 0-1,-117 0 1,10 0 0,22 0-1,42-21 1,-53 10 0,-53 1-1,-10 10 1,10-32-1,53-31 1,-11-22 0,-41 21-1,-12 33 1,-20-12 15,-12 22-15,-9 0-1,31 10-15,-11 1 16,-42-43 0,43 42-16,-96-63 15,-53-53 1,148 127-16,-84-63 16,32 20-1,-1 22 1,-42-42-1,-84-32 1,31 31 0,149 53-16,-139-31 15,-9 10 1,-1 1 15,-42-1-15,63-10-1,22-1 1,105 43-16,-84-21 16,21 21-1,42-11 1,-21 11 0,-21 0-1,-32 0 1,96 0-16,-149-10 15,-63-32 1,201 42-16,-244-32 16,43 0-1,52 21 17,22 1-17,138 10-15,-86 0 16,75 0-16,-85 0 15,-63 10 1,137-10-16,-126 11 16,-33 21-1,32-22 1,32-10 0,117 0-16,-75 0 15,-42 0 1,116 0-16,-84 11 15,-42-11 1,31 21 0,95-10-16,-116-11 15,0 10 1,-10 1 15,-12 10-15,128 0-16,-85 0 15,96-21-15,-64 11 16,42 0 0,0-11-1,32 21 1,-21-21 0,-11 10-1,-21 11 1,-42 22-1,0-1 1,63-31-16,-63 42 16,-53 42-1,-22 42 17,65-41-17,94-86-15,-10 11 0,-32 32 16,42 11-1,11-43 1,0-10 0,11-11-1,10 0 1,127-11 0,64 0-1,42 11 1,-106 0-1,-127 0 1,-10 0 0,-1 0 15</inkml:trace>
  <inkml:trace contextRef="#ctx0" brushRef="#br0" timeOffset="20698.86">23357 3884 0,'106'423'47,"-21"625"-32,-64-233 17,-74 254-17,43-328 1,10-403-1,0-327-15,10 95 16,1-96-16,-1 1 16,22 0-1,-21-11 17</inkml:trace>
  <inkml:trace contextRef="#ctx0" brushRef="#br0" timeOffset="21200.11">23177 3916 0,'-21'0'15,"21"10"1</inkml:trace>
  <inkml:trace contextRef="#ctx0" brushRef="#br0" timeOffset="21483.05">23188 3926 0,'11'0'16,"-11"32"46,-53 42-46,53-63-16,-43 52 15,12 11 1,20-63-16,0 52 16,1-31-1,10-21 1,0-1 0,0 1-1</inkml:trace>
  <inkml:trace contextRef="#ctx0" brushRef="#br0" timeOffset="21768.21">23463 3948 0,'0'0'0,"11"0"16,42 21 0,10 53-1,-20-21 1,-12-11-1,1 32 1,-21-74-16,10 85 16,-21-75-16</inkml:trace>
  <inkml:trace contextRef="#ctx0" brushRef="#br0" timeOffset="22449.34">21325 7048 0,'0'0'15,"11"0"-15,95 0 16,-64 0-16,-21 0 0,381 106 16,350 11-1,232-64 1,-285-53-1,-424-43 1,-265 33-16,128-43 16,-127 53-16,137-64 15,21 54 17,43 10-17,10 0 1,-211 0-16,63 10 15,-64 1 1,1-11 0,10 0-1,21 0 1,-31 0-16,21 0 16,-22 0-16</inkml:trace>
  <inkml:trace contextRef="#ctx0" brushRef="#br0" timeOffset="22834.06">25622 7027 0,'64'74'15,"-128"-148"-15,202 201 16,-128-116-16,12 10 16,-1-10-1,10-11 1,1 0 0,32 53-1,-33 42 1,-31-85-16,-10 128 15,-202 74 1,180-202-16,-317 181 16,275-170-16,-476 127 15,148-53 17,370-74-32,-42 11 15,74-21-15</inkml:trace>
  <inkml:trace contextRef="#ctx0" brushRef="#br0" timeOffset="24617.47">22077 6921 0,'-11'0'16,"1"0"15,52 11 32,-10-11-63,95-11 15,10 1 1,-116 10-16,54-21 16,-75 10-16,42-31 15,-21-22 17,-21 43-32,11-64 15,-11 75-15,0-1 0,10-73 16,1-33-1,-11 85-15,0-105 16,0-75 0,0 202-16,-11-128 15,11 117-15,-21-96 16,10-20 0,11 105-16,0-95 15,22 11 1,-12 42-1,11 10 1,-21 54-16,22-54 16,30-10-1,12 32 17,-22 20-17,-31 22-15,21-21 16,10 11-1,-31-1-15,-1 11 0,75-10 16,-64 10-16,95-11 16,1 11-1,-85-11 1,-1 11 0,43 0-1,11 0 1,-74 0-16,63 0 15,0 11 1,10 0 0,-9-1-1,-65 1 1,22 20 15,-11-31-31,21 53 16,-31-31-16,31 20 15,-10 32 1,-32 11 0,0 10-1,0-74-15,0 106 16,0 53 0,32 74-1,42-21 1,-64-212-16,65 180 15,-12-95 1,-63-96-16,11-10 16,-11 11-16,21 21 0,21 21 15,-10 10 1,31 22 15,-63-75-31,85 117 16,0 0-1,-85-116-15,53 42 16,10-21 0,-52-32-16,42 10 15,31-10 1,-73 0-16,105-10 16,22-11-1,-1-11 1,33 21-1,-43 1 1,-11-22 0,-105 32-16,52-32 15,-20 0 1,-1-10 15,-31 31-15,-11 1-1</inkml:trace>
  <inkml:trace contextRef="#ctx0" brushRef="#br0" timeOffset="26966.54">22511 6805 0,'0'0'0,"-11"0"62,-10 11-31,10-1-15,-20 1 0,-12-1-1,-10 12 1,22-22 15,-1 0-15,11 21-1,-11-21 1,-21 10 0,42-10-16,-31 11 15,0-11 1,10 0 0,11 0-1,-32 0 1,-11 0-1,12 0 1,41 0-16,-53 0 16,54 0-16,-54 0 15,43 0 1,-21 0 15,0 0-15,-11 10-1,42-10-15,-10 0 16,10 11 0,1-11-1,-11 0 17</inkml:trace>
  <inkml:trace contextRef="#ctx0" brushRef="#br0" timeOffset="35567.81">4318 12044 0,'11'0'46,"20"0"-14,22-11-17,0 1 1,-11 10 15,1 0-15,63 0-1,-96 0-15,160 0 16,62 0 0,-83 21-1,-1-32 1,-127 11-16,95 0 16,1-10-1,20 10 1,75 0-1,-22 0 1,22 0 0,-64-11-1,53 11 1,-169-11 0,148-10-1,32 21 1,-96-10-1,-42 10 1,11 0 0,42 0-1,-117 0-15,128 0 16,-106 0-16,116-11 16,-10-10-1,-128 21-15,75-11 16,-1 11-1,1-10 1,10 10 0,1-32-1,-54 32 1,-31 0 15,-1 0-15,1 0-1,20-11 1,-9 11 0,-1 0-1,-11 0 1,1 0 0,0 0 15,10 0-16,-21-10 407,0-1-406,0 1-16,0-86 16,0-20-1,0 105-15,0-84 16,0 0-1,-11 0 1,1 10 0,10 64-16,-11-53 15,0 10 17,11 54-32,-10-22 15,10 11 1,-11 10-1,11 1 1,-10-1 0,10 0 15,-43 11-15,1 0-1,-11 0 1,42 0-16,-84 0 15,-21 0 1,105 0-16,-73 0 16,-1-31-1,0 10 17,-21-1-17,-31 1 1,-64-11-1,190 22-15,-148-11 16,-52 10 0,179 11-16,-159-10 15,-84-22 1,32 0 0,126 11-1,65 10 1,-44 1-1,-52-22 1,11 32 0,-33 0-1,33 0 17,-12 0-17,33 0 1,-32 11-1,137-11-15,-84 0 16,84 0-16,-10 0 0,-42 0 16,-11 0-1,63 0-15,-52 0 16,-1 0 0,-10 0-1,11 0 1,31 0-1,0 0 1,11 10 0,-32-10-1,11 21 17,20-21-32,1 11 15,0-1 1,21 33 156,21 84-157,-10-21 17,-11 42-17,0-11 1,0 1-1,0-11 1,0-21 0,0-22-1,0 1 1,0-74-16,0 84 16,21-10-1,-21-54 1,0-20-1,0 0 17</inkml:trace>
  <inkml:trace contextRef="#ctx0" brushRef="#br0" timeOffset="56883.49">2900 13473 0,'-21'0'15,"285"31"1,-221-10-16,9-21 16,54 11-16,-63-11 0,20 0 0,43 0 0,-43 0 0,-10 0 15,11 0-15,84 0 0,-32 0 0,-52 0 0,-1 0 0,22 0 0,0 0 16,-1 0-16,12 0 0,422 0 0,826 106 31,-1164-85-31,-10 0 0,909 43 16,-910-64-16,64 31 0,1037 33 15,-1037-64-15,1789 116 16,-1768-94-16,0-22 0,0 21 0,31-21 0,-31 21 16,699 11-16,-699-32 0,1302 42 15,-1366-42-15,11 21 0,794 21 16,571 1 0,-1396-22-16,941 0 15,-116-21 1,-900 0-16,-10 0 0,317-53 15,-106-31 1,-264 62-16,127-31 16,-149 53-16,96-31 15,-74 10 1,-22 10 15,1 11-15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customXml" Target="../ink/ink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customXml" Target="../ink/ink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6719B-AB02-1D6D-CF15-102D57FE4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450" y="2084439"/>
            <a:ext cx="11466286" cy="162443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Progress in optical Thomson scattering diagnostics for ICF gas-filled </a:t>
            </a:r>
            <a:r>
              <a:rPr lang="en-US" altLang="zh-CN" dirty="0" err="1">
                <a:highlight>
                  <a:srgbClr val="FFFF00"/>
                </a:highlight>
              </a:rPr>
              <a:t>hohlraums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561430-246A-E0AA-3FA2-15D3900BA905}"/>
              </a:ext>
            </a:extLst>
          </p:cNvPr>
          <p:cNvSpPr txBox="1"/>
          <p:nvPr/>
        </p:nvSpPr>
        <p:spPr>
          <a:xfrm>
            <a:off x="5275007" y="3991897"/>
            <a:ext cx="2056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/>
              <a:t>HangZhao</a:t>
            </a:r>
            <a:r>
              <a:rPr lang="en-US" altLang="zh-CN" sz="2400" dirty="0"/>
              <a:t> et al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34817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87C552-9009-D79A-2F56-239D819C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OTS</a:t>
            </a:r>
            <a:r>
              <a:rPr lang="zh-CN" altLang="en-US" dirty="0"/>
              <a:t>进展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9E90E6-E0C9-4D2A-D579-78B652401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NOVA</a:t>
            </a:r>
            <a:r>
              <a:rPr lang="zh-CN" altLang="en-US" dirty="0"/>
              <a:t>：首次</a:t>
            </a:r>
            <a:r>
              <a:rPr lang="zh-CN" altLang="zh-CN" dirty="0"/>
              <a:t>采用 </a:t>
            </a:r>
            <a:r>
              <a:rPr lang="en-US" altLang="zh-CN" dirty="0"/>
              <a:t>2ω</a:t>
            </a:r>
            <a:r>
              <a:rPr lang="zh-CN" altLang="zh-CN" dirty="0"/>
              <a:t>（526.6 nm）探针激光，测量了气体填充区域内的</a:t>
            </a:r>
            <a:r>
              <a:rPr lang="en-US" altLang="zh-CN" dirty="0" err="1"/>
              <a:t>Te,Ti</a:t>
            </a:r>
            <a:r>
              <a:rPr lang="zh-CN" altLang="en-US" dirty="0"/>
              <a:t>和</a:t>
            </a:r>
            <a:r>
              <a:rPr lang="en-US" altLang="zh-CN" dirty="0"/>
              <a:t>u</a:t>
            </a:r>
          </a:p>
          <a:p>
            <a:r>
              <a:rPr lang="zh-CN" altLang="en-US" dirty="0"/>
              <a:t>升级为</a:t>
            </a:r>
            <a:r>
              <a:rPr lang="en-US" altLang="zh-CN" dirty="0"/>
              <a:t>4ω</a:t>
            </a:r>
            <a:r>
              <a:rPr lang="zh-CN" altLang="en-US" dirty="0"/>
              <a:t>：弱吸收，高临界密度，避免</a:t>
            </a:r>
            <a:r>
              <a:rPr lang="en-US" altLang="zh-CN" dirty="0"/>
              <a:t>3ω</a:t>
            </a:r>
            <a:r>
              <a:rPr lang="zh-CN" altLang="en-US" dirty="0"/>
              <a:t>驱动激光</a:t>
            </a:r>
            <a:r>
              <a:rPr lang="en-US" altLang="zh-CN" dirty="0"/>
              <a:t>SRSS</a:t>
            </a:r>
            <a:r>
              <a:rPr lang="zh-CN" altLang="en-US" dirty="0"/>
              <a:t>干扰，广泛使用</a:t>
            </a:r>
            <a:endParaRPr lang="en-US" altLang="zh-CN" dirty="0"/>
          </a:p>
          <a:p>
            <a:r>
              <a:rPr lang="en-US" altLang="zh-CN" dirty="0"/>
              <a:t>OMEGA</a:t>
            </a:r>
            <a:r>
              <a:rPr lang="zh-CN" altLang="en-US" dirty="0"/>
              <a:t>：多色</a:t>
            </a:r>
            <a:r>
              <a:rPr lang="en-US" altLang="zh-CN" dirty="0"/>
              <a:t>TS</a:t>
            </a:r>
            <a:r>
              <a:rPr lang="zh-CN" altLang="en-US" dirty="0"/>
              <a:t>和成像</a:t>
            </a:r>
            <a:r>
              <a:rPr lang="en-US" altLang="zh-CN" dirty="0"/>
              <a:t>TS</a:t>
            </a:r>
          </a:p>
          <a:p>
            <a:r>
              <a:rPr lang="en-US" altLang="zh-CN" dirty="0"/>
              <a:t>5ω</a:t>
            </a:r>
            <a:r>
              <a:rPr lang="zh-CN" altLang="en-US" dirty="0"/>
              <a:t>：</a:t>
            </a:r>
            <a:r>
              <a:rPr lang="en-US" altLang="zh-CN" dirty="0"/>
              <a:t>2024NIF</a:t>
            </a:r>
            <a:r>
              <a:rPr lang="zh-CN" altLang="en-US" dirty="0"/>
              <a:t>暂停相关研发</a:t>
            </a:r>
          </a:p>
        </p:txBody>
      </p:sp>
    </p:spTree>
    <p:extLst>
      <p:ext uri="{BB962C8B-B14F-4D97-AF65-F5344CB8AC3E}">
        <p14:creationId xmlns:p14="http://schemas.microsoft.com/office/powerpoint/2010/main" val="947642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117FF6-B7D2-7471-8614-267C41033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849"/>
            <a:ext cx="10515600" cy="1325563"/>
          </a:xfrm>
        </p:spPr>
        <p:txBody>
          <a:bodyPr/>
          <a:lstStyle/>
          <a:p>
            <a:r>
              <a:rPr lang="en-US" altLang="zh-CN" dirty="0"/>
              <a:t>OTS</a:t>
            </a:r>
            <a:r>
              <a:rPr lang="zh-CN" altLang="en-US" dirty="0"/>
              <a:t>进展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F12A6E-375F-933C-90BF-9171BF849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6412"/>
            <a:ext cx="10515600" cy="4351338"/>
          </a:xfrm>
        </p:spPr>
        <p:txBody>
          <a:bodyPr/>
          <a:lstStyle/>
          <a:p>
            <a:r>
              <a:rPr lang="zh-CN" altLang="en-US" dirty="0"/>
              <a:t>星光</a:t>
            </a:r>
            <a:r>
              <a:rPr lang="en-US" altLang="zh-CN" dirty="0"/>
              <a:t>Ⅱ</a:t>
            </a:r>
            <a:r>
              <a:rPr lang="zh-CN" altLang="en-US" dirty="0"/>
              <a:t>采用</a:t>
            </a:r>
            <a:r>
              <a:rPr lang="en-US" altLang="zh-CN" dirty="0"/>
              <a:t>2ω</a:t>
            </a:r>
            <a:r>
              <a:rPr lang="zh-CN" altLang="en-US" dirty="0"/>
              <a:t>，神光</a:t>
            </a:r>
            <a:r>
              <a:rPr lang="en-US" altLang="zh-CN" dirty="0"/>
              <a:t>Ⅱ</a:t>
            </a:r>
            <a:r>
              <a:rPr lang="zh-CN" altLang="en-US" dirty="0"/>
              <a:t>采用</a:t>
            </a:r>
            <a:r>
              <a:rPr lang="en-US" altLang="zh-CN" dirty="0"/>
              <a:t>4ω</a:t>
            </a:r>
            <a:r>
              <a:rPr lang="zh-CN" altLang="en-US" dirty="0"/>
              <a:t>，研究圆盘气囊靶等开放靶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近期实验：</a:t>
            </a:r>
            <a:endParaRPr lang="en-US" altLang="zh-CN" dirty="0"/>
          </a:p>
          <a:p>
            <a:r>
              <a:rPr lang="en-US" altLang="zh-CN" dirty="0"/>
              <a:t>10kJ</a:t>
            </a:r>
            <a:r>
              <a:rPr lang="zh-CN" altLang="en-US" dirty="0"/>
              <a:t>级激光激光装置上的柱形黑腔</a:t>
            </a:r>
            <a:endParaRPr lang="en-US" altLang="zh-CN" dirty="0"/>
          </a:p>
          <a:p>
            <a:r>
              <a:rPr lang="en-US" altLang="zh-CN" dirty="0"/>
              <a:t>100kJ</a:t>
            </a:r>
            <a:r>
              <a:rPr lang="zh-CN" altLang="en-US" dirty="0"/>
              <a:t>级八面体球形黑腔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FC237F-85B9-DE3F-7F94-1E9CD24BF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349" y="3658566"/>
            <a:ext cx="4394186" cy="319943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753D7C2-4539-BEA1-1FA0-E0B08867A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626" y="3658567"/>
            <a:ext cx="4546808" cy="319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25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E497F2-F8AA-5B14-E364-134CF300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光谱拟合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0EF20D-7F52-4027-122D-589D2D125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9375"/>
          </a:xfrm>
        </p:spPr>
        <p:txBody>
          <a:bodyPr/>
          <a:lstStyle/>
          <a:p>
            <a:r>
              <a:rPr lang="zh-CN" altLang="en-US" dirty="0"/>
              <a:t>假设两种离子与电子均为带流速麦克斯韦分布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539E060-46B2-6E44-42BC-0058AB4BF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05000"/>
            <a:ext cx="8632723" cy="10756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B14CE24-CB96-333C-B892-F553784AC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74" y="3785396"/>
            <a:ext cx="2996037" cy="14670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079DF89-B18D-EAC3-DCAD-3071EC1F3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567" y="3630370"/>
            <a:ext cx="5053963" cy="239686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1AB62A3-0FAC-2B42-1513-D0BD210092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8486" y="4301590"/>
            <a:ext cx="3409461" cy="27462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4E4F2E3-27E4-48BB-4538-90FDF7D254F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1270"/>
          <a:stretch>
            <a:fillRect/>
          </a:stretch>
        </p:blipFill>
        <p:spPr>
          <a:xfrm>
            <a:off x="8664683" y="4664655"/>
            <a:ext cx="3136489" cy="21442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E188EBCB-72D4-538E-A335-0D1E78BB73F0}"/>
              </a:ext>
            </a:extLst>
          </p:cNvPr>
          <p:cNvSpPr txBox="1"/>
          <p:nvPr/>
        </p:nvSpPr>
        <p:spPr>
          <a:xfrm>
            <a:off x="545690" y="5427406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流动参考系中对称分布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CDC62C6-E6A4-4238-327A-01F258044F05}"/>
              </a:ext>
            </a:extLst>
          </p:cNvPr>
          <p:cNvSpPr txBox="1"/>
          <p:nvPr/>
        </p:nvSpPr>
        <p:spPr>
          <a:xfrm>
            <a:off x="5284840" y="6027236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静止等离子体色散函数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8482F1-20F8-2A1F-401E-ED93B5A0B0AC}"/>
              </a:ext>
            </a:extLst>
          </p:cNvPr>
          <p:cNvSpPr txBox="1"/>
          <p:nvPr/>
        </p:nvSpPr>
        <p:spPr>
          <a:xfrm>
            <a:off x="9350477" y="5067755"/>
            <a:ext cx="234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计入流动多普勒效应</a:t>
            </a:r>
          </a:p>
        </p:txBody>
      </p:sp>
    </p:spTree>
    <p:extLst>
      <p:ext uri="{BB962C8B-B14F-4D97-AF65-F5344CB8AC3E}">
        <p14:creationId xmlns:p14="http://schemas.microsoft.com/office/powerpoint/2010/main" val="318328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63B1F-795E-D7BA-8194-A0651E40A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光谱拟合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9510B2-7D58-F994-2618-CD0DDFAFF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计入光谱分辨率和背景噪音，假设线性形式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定义误差函数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优化变量为</a:t>
            </a:r>
            <a:r>
              <a:rPr lang="en-US" altLang="zh-CN" dirty="0"/>
              <a:t>(Te,Ti,uik,uek,A,B1,B2)</a:t>
            </a:r>
            <a:r>
              <a:rPr lang="zh-CN" altLang="en-US" dirty="0"/>
              <a:t>，</a:t>
            </a:r>
            <a:r>
              <a:rPr lang="en-US" altLang="zh-CN" dirty="0" err="1"/>
              <a:t>ne,ni</a:t>
            </a:r>
            <a:r>
              <a:rPr lang="zh-CN" altLang="en-US" dirty="0"/>
              <a:t>预先给定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定义相对误差为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6D449A-5054-9865-1A28-5901550AA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699" y="2230892"/>
            <a:ext cx="6999328" cy="7939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0075FBF-3B3F-56D6-83A4-C54FE1989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545" y="3885180"/>
            <a:ext cx="3292566" cy="65179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8C2B8C1-8355-5DC6-FF63-8DCA3CD0C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706" y="5382986"/>
            <a:ext cx="1626126" cy="7939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C7D0BA47-C097-A897-AB27-C90AF154C968}"/>
                  </a:ext>
                </a:extLst>
              </p14:cNvPr>
              <p14:cNvContentPartPr/>
              <p14:nvPr/>
            </p14:nvContentPartPr>
            <p14:xfrm>
              <a:off x="1154520" y="2385000"/>
              <a:ext cx="4446360" cy="410004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C7D0BA47-C097-A897-AB27-C90AF154C96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5160" y="2375640"/>
                <a:ext cx="4465080" cy="411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587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8983E-BAA7-DD22-F853-0CEFE619F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光谱拟合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94DF8C-1389-4AA7-6B6C-167E47E29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62054"/>
            <a:ext cx="10235381" cy="31493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35FEEDA-17DC-23BA-5B90-543B5497B3EA}"/>
              </a:ext>
            </a:extLst>
          </p:cNvPr>
          <p:cNvSpPr txBox="1"/>
          <p:nvPr/>
        </p:nvSpPr>
        <p:spPr>
          <a:xfrm>
            <a:off x="1745226" y="5053780"/>
            <a:ext cx="1487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球八面体</a:t>
            </a:r>
            <a:r>
              <a:rPr lang="en-US" altLang="zh-CN" dirty="0"/>
              <a:t>2ns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140C75-EEF2-6069-E2B8-E6BE9EAA010A}"/>
              </a:ext>
            </a:extLst>
          </p:cNvPr>
          <p:cNvSpPr txBox="1"/>
          <p:nvPr/>
        </p:nvSpPr>
        <p:spPr>
          <a:xfrm>
            <a:off x="5124572" y="5053780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球八面体</a:t>
            </a:r>
            <a:r>
              <a:rPr lang="en-US" altLang="zh-CN" dirty="0"/>
              <a:t>4.3ns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B255B2-3D38-86EA-CB71-22720D0BFF25}"/>
              </a:ext>
            </a:extLst>
          </p:cNvPr>
          <p:cNvSpPr txBox="1"/>
          <p:nvPr/>
        </p:nvSpPr>
        <p:spPr>
          <a:xfrm>
            <a:off x="8922774" y="5053779"/>
            <a:ext cx="1431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柱黑腔</a:t>
            </a:r>
            <a:r>
              <a:rPr lang="en-US" altLang="zh-CN" dirty="0"/>
              <a:t>2.2ns</a:t>
            </a:r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5EFDE981-D165-7B20-8640-ED1B31C5EC85}"/>
                  </a:ext>
                </a:extLst>
              </p14:cNvPr>
              <p14:cNvContentPartPr/>
              <p14:nvPr/>
            </p14:nvContentPartPr>
            <p14:xfrm>
              <a:off x="1443960" y="2232720"/>
              <a:ext cx="8942400" cy="325008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5EFDE981-D165-7B20-8640-ED1B31C5EC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4600" y="2223360"/>
                <a:ext cx="8961120" cy="326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4167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23B568-36C2-AD84-71C6-632B54E7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光谱拟合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A4C217-D0F1-0360-9DC9-2A1176677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97" y="1690688"/>
            <a:ext cx="10731910" cy="326099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6230663-69FB-D6E9-8986-CA5F1DCE352E}"/>
              </a:ext>
            </a:extLst>
          </p:cNvPr>
          <p:cNvSpPr txBox="1"/>
          <p:nvPr/>
        </p:nvSpPr>
        <p:spPr>
          <a:xfrm>
            <a:off x="3328219" y="5594555"/>
            <a:ext cx="6429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Te</a:t>
            </a:r>
            <a:r>
              <a:rPr lang="en-US" altLang="zh-CN" dirty="0"/>
              <a:t>-Ti</a:t>
            </a:r>
            <a:r>
              <a:rPr lang="zh-CN" altLang="en-US" dirty="0"/>
              <a:t>空间相对误差等高线图，</a:t>
            </a:r>
            <a:r>
              <a:rPr lang="en-US" altLang="zh-CN" dirty="0"/>
              <a:t>R=0.005</a:t>
            </a:r>
            <a:r>
              <a:rPr lang="zh-CN" altLang="en-US" dirty="0"/>
              <a:t>用于估计</a:t>
            </a:r>
            <a:r>
              <a:rPr lang="en-US" altLang="zh-CN" dirty="0" err="1"/>
              <a:t>Te</a:t>
            </a:r>
            <a:r>
              <a:rPr lang="en-US" altLang="zh-CN" dirty="0"/>
              <a:t>-Ti</a:t>
            </a:r>
            <a:r>
              <a:rPr lang="zh-CN" altLang="en-US" dirty="0"/>
              <a:t>拟合误差</a:t>
            </a:r>
          </a:p>
        </p:txBody>
      </p:sp>
    </p:spTree>
    <p:extLst>
      <p:ext uri="{BB962C8B-B14F-4D97-AF65-F5344CB8AC3E}">
        <p14:creationId xmlns:p14="http://schemas.microsoft.com/office/powerpoint/2010/main" val="2184076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9FF09-3805-5A5F-F7B4-56F54AF6C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光谱模拟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7245AB5-A981-6FBF-E40D-4B5A75ADEE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1" t="4962" r="6009"/>
          <a:stretch>
            <a:fillRect/>
          </a:stretch>
        </p:blipFill>
        <p:spPr>
          <a:xfrm>
            <a:off x="5260258" y="1725560"/>
            <a:ext cx="6848168" cy="402630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562AC5B-6164-1B6F-7BE2-7E08231B235A}"/>
              </a:ext>
            </a:extLst>
          </p:cNvPr>
          <p:cNvSpPr txBox="1"/>
          <p:nvPr/>
        </p:nvSpPr>
        <p:spPr>
          <a:xfrm>
            <a:off x="245806" y="2187677"/>
            <a:ext cx="48423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LARED</a:t>
            </a:r>
            <a:r>
              <a:rPr lang="zh-CN" altLang="en-US" sz="2400" dirty="0"/>
              <a:t>给出物理参数分布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散射体积确定为探测维度和诊断维度交点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分割体积分别计算散射谱并叠加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光谱响应，谱分辨率，逆轫致辐射吸收，时间分辨率已考虑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AC67DCFA-7BC0-1B02-CCD1-71D14EFBC734}"/>
                  </a:ext>
                </a:extLst>
              </p14:cNvPr>
              <p14:cNvContentPartPr/>
              <p14:nvPr/>
            </p14:nvContentPartPr>
            <p14:xfrm>
              <a:off x="491400" y="1421280"/>
              <a:ext cx="10207440" cy="304812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AC67DCFA-7BC0-1B02-CCD1-71D14EFBC7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2040" y="1411920"/>
                <a:ext cx="10226160" cy="306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9581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872417-8ABC-E4B5-983C-22A576DB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圆柱黑腔实验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D491F6-EA8D-CC14-D747-BBBC83779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0.6atmC5H12,</a:t>
            </a:r>
            <a:r>
              <a:rPr lang="zh-CN" altLang="en-US" dirty="0"/>
              <a:t>电子密度</a:t>
            </a:r>
            <a:r>
              <a:rPr lang="en-US" altLang="zh-CN" dirty="0"/>
              <a:t>6e20cm-3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束</a:t>
            </a:r>
            <a:r>
              <a:rPr lang="en-US" altLang="zh-CN" dirty="0"/>
              <a:t>3ω</a:t>
            </a:r>
            <a:r>
              <a:rPr lang="zh-CN" altLang="en-US" dirty="0"/>
              <a:t>加热光束</a:t>
            </a:r>
            <a:r>
              <a:rPr lang="en-US" altLang="zh-CN" dirty="0"/>
              <a:t>45°</a:t>
            </a:r>
            <a:r>
              <a:rPr lang="zh-CN" altLang="en-US" dirty="0"/>
              <a:t>斜入射，总能量</a:t>
            </a:r>
            <a:r>
              <a:rPr lang="en-US" altLang="zh-CN" dirty="0"/>
              <a:t>5.6kJ</a:t>
            </a:r>
          </a:p>
          <a:p>
            <a:r>
              <a:rPr lang="en-US" altLang="zh-CN" dirty="0"/>
              <a:t>CPP</a:t>
            </a:r>
            <a:r>
              <a:rPr lang="zh-CN" altLang="en-US" dirty="0"/>
              <a:t>匀滑，</a:t>
            </a:r>
            <a:r>
              <a:rPr lang="en-US" altLang="zh-CN" dirty="0"/>
              <a:t>LEH</a:t>
            </a:r>
            <a:r>
              <a:rPr lang="zh-CN" altLang="en-US" dirty="0"/>
              <a:t>处</a:t>
            </a:r>
            <a:r>
              <a:rPr lang="en-US" altLang="zh-CN" dirty="0"/>
              <a:t>500μm</a:t>
            </a:r>
            <a:r>
              <a:rPr lang="zh-CN" altLang="en-US" dirty="0"/>
              <a:t>直径焦点</a:t>
            </a:r>
            <a:endParaRPr lang="en-US" altLang="zh-CN" dirty="0"/>
          </a:p>
          <a:p>
            <a:r>
              <a:rPr lang="zh-CN" altLang="en-US" dirty="0"/>
              <a:t>诊断光</a:t>
            </a:r>
            <a:r>
              <a:rPr lang="en-US" altLang="zh-CN" dirty="0"/>
              <a:t>4ω</a:t>
            </a:r>
            <a:r>
              <a:rPr lang="zh-CN" altLang="en-US" dirty="0"/>
              <a:t>光，</a:t>
            </a:r>
            <a:r>
              <a:rPr lang="en-US" altLang="zh-CN" dirty="0"/>
              <a:t>90J</a:t>
            </a:r>
          </a:p>
          <a:p>
            <a:r>
              <a:rPr lang="en-US" altLang="zh-CN" dirty="0"/>
              <a:t>LEH</a:t>
            </a:r>
            <a:r>
              <a:rPr lang="zh-CN" altLang="en-US" dirty="0"/>
              <a:t>被膜覆盖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C195F39-BF33-F8C2-38B1-044F3B3CC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832" y="3026031"/>
            <a:ext cx="5131475" cy="373625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E383491B-86FD-49B7-5545-72F37D3562B9}"/>
                  </a:ext>
                </a:extLst>
              </p14:cNvPr>
              <p14:cNvContentPartPr/>
              <p14:nvPr/>
            </p14:nvContentPartPr>
            <p14:xfrm>
              <a:off x="6537960" y="2724120"/>
              <a:ext cx="3280680" cy="318168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E383491B-86FD-49B7-5545-72F37D3562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28600" y="2714760"/>
                <a:ext cx="3299400" cy="320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4651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AA2439-0AB8-B474-4518-0FAFF6910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圆柱黑腔实验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BD2AF9-485F-6A24-EAB3-2653759D2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517" y="1801044"/>
            <a:ext cx="5508522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AB</a:t>
            </a:r>
            <a:r>
              <a:rPr lang="zh-CN" altLang="en-US" dirty="0"/>
              <a:t>图：</a:t>
            </a:r>
            <a:r>
              <a:rPr lang="en-US" altLang="zh-CN" dirty="0"/>
              <a:t>LEH</a:t>
            </a:r>
            <a:r>
              <a:rPr lang="zh-CN" altLang="en-US" dirty="0"/>
              <a:t>往腔内</a:t>
            </a:r>
            <a:r>
              <a:rPr lang="en-US" altLang="zh-CN" dirty="0"/>
              <a:t>225μm</a:t>
            </a:r>
          </a:p>
          <a:p>
            <a:r>
              <a:rPr lang="en-US" altLang="zh-CN" dirty="0"/>
              <a:t>CD</a:t>
            </a:r>
            <a:r>
              <a:rPr lang="zh-CN" altLang="en-US" dirty="0"/>
              <a:t>图：</a:t>
            </a:r>
            <a:r>
              <a:rPr lang="en-US" altLang="zh-CN" dirty="0"/>
              <a:t>LEH</a:t>
            </a:r>
            <a:r>
              <a:rPr lang="zh-CN" altLang="en-US" dirty="0"/>
              <a:t>往腔外</a:t>
            </a:r>
            <a:r>
              <a:rPr lang="en-US" altLang="zh-CN" dirty="0"/>
              <a:t>250μm</a:t>
            </a:r>
          </a:p>
          <a:p>
            <a:r>
              <a:rPr lang="zh-CN" altLang="en-US" dirty="0"/>
              <a:t>由于覆膜形成稠密等离子体，</a:t>
            </a:r>
            <a:r>
              <a:rPr lang="en-US" altLang="zh-CN" dirty="0"/>
              <a:t>A</a:t>
            </a:r>
            <a:r>
              <a:rPr lang="zh-CN" altLang="en-US" dirty="0"/>
              <a:t>图</a:t>
            </a:r>
            <a:r>
              <a:rPr lang="en-US" altLang="zh-CN" dirty="0"/>
              <a:t>0.5ns</a:t>
            </a:r>
            <a:r>
              <a:rPr lang="zh-CN" altLang="en-US" dirty="0"/>
              <a:t>前无信号</a:t>
            </a:r>
            <a:endParaRPr lang="en-US" altLang="zh-CN" dirty="0"/>
          </a:p>
          <a:p>
            <a:r>
              <a:rPr lang="zh-CN" altLang="en-US" dirty="0"/>
              <a:t>由于等离子体尚未向外膨胀，</a:t>
            </a:r>
            <a:r>
              <a:rPr lang="en-US" altLang="zh-CN" dirty="0"/>
              <a:t>C</a:t>
            </a:r>
            <a:r>
              <a:rPr lang="zh-CN" altLang="en-US" dirty="0"/>
              <a:t>图</a:t>
            </a:r>
            <a:r>
              <a:rPr lang="en-US" altLang="zh-CN" dirty="0"/>
              <a:t>0.5ns</a:t>
            </a:r>
            <a:r>
              <a:rPr lang="zh-CN" altLang="en-US" dirty="0"/>
              <a:t>前无信号</a:t>
            </a:r>
            <a:endParaRPr lang="en-US" altLang="zh-CN" dirty="0"/>
          </a:p>
          <a:p>
            <a:r>
              <a:rPr lang="zh-CN" altLang="en-US" dirty="0"/>
              <a:t>覆膜产生向内传播密度波，导致</a:t>
            </a:r>
            <a:r>
              <a:rPr lang="en-US" altLang="zh-CN" dirty="0"/>
              <a:t>A</a:t>
            </a:r>
            <a:r>
              <a:rPr lang="zh-CN" altLang="en-US" dirty="0"/>
              <a:t>图</a:t>
            </a:r>
            <a:r>
              <a:rPr lang="en-US" altLang="zh-CN" dirty="0"/>
              <a:t>1</a:t>
            </a:r>
            <a:r>
              <a:rPr lang="zh-CN" altLang="en-US" dirty="0"/>
              <a:t>至</a:t>
            </a:r>
            <a:r>
              <a:rPr lang="en-US" altLang="zh-CN" dirty="0"/>
              <a:t>2ns</a:t>
            </a:r>
            <a:r>
              <a:rPr lang="zh-CN" altLang="en-US" dirty="0"/>
              <a:t>信号逐渐减弱</a:t>
            </a:r>
            <a:endParaRPr lang="en-US" altLang="zh-CN" dirty="0"/>
          </a:p>
          <a:p>
            <a:r>
              <a:rPr lang="zh-CN" altLang="en-US" dirty="0"/>
              <a:t>图中为离子声波模式，满足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5F31BA-35BC-3D68-A2A8-A2AE2825F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722" y="1229670"/>
            <a:ext cx="5793461" cy="51121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E7B1095-8070-A589-5071-6294BA83B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09" y="6083423"/>
            <a:ext cx="5096970" cy="40945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D0204383-EF20-A71A-62C7-9E913D599BC4}"/>
                  </a:ext>
                </a:extLst>
              </p14:cNvPr>
              <p14:cNvContentPartPr/>
              <p14:nvPr/>
            </p14:nvContentPartPr>
            <p14:xfrm>
              <a:off x="925920" y="560160"/>
              <a:ext cx="9887040" cy="596304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D0204383-EF20-A71A-62C7-9E913D599B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6560" y="550800"/>
                <a:ext cx="9905760" cy="598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0326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D4248-DDD8-DC3C-D7EB-347413302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圆柱黑腔实验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AD7210-DB94-7186-4271-A2216C43B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94091"/>
          </a:xfrm>
        </p:spPr>
        <p:txBody>
          <a:bodyPr/>
          <a:lstStyle/>
          <a:p>
            <a:r>
              <a:rPr lang="en-US" altLang="zh-CN" dirty="0"/>
              <a:t>2ns</a:t>
            </a:r>
            <a:r>
              <a:rPr lang="zh-CN" altLang="en-US" dirty="0"/>
              <a:t>时</a:t>
            </a:r>
            <a:r>
              <a:rPr lang="en-US" altLang="zh-CN" dirty="0" err="1"/>
              <a:t>uik</a:t>
            </a:r>
            <a:r>
              <a:rPr lang="zh-CN" altLang="en-US" dirty="0"/>
              <a:t>，</a:t>
            </a:r>
            <a:r>
              <a:rPr lang="en-US" altLang="zh-CN" dirty="0"/>
              <a:t>Ti</a:t>
            </a:r>
            <a:r>
              <a:rPr lang="zh-CN" altLang="en-US" dirty="0"/>
              <a:t>发生突变</a:t>
            </a:r>
            <a:endParaRPr lang="en-US" altLang="zh-CN" dirty="0"/>
          </a:p>
          <a:p>
            <a:r>
              <a:rPr lang="zh-CN" altLang="en-US" dirty="0"/>
              <a:t>腔壁激波向轴线汇聚，压缩并挤出等离子体</a:t>
            </a:r>
            <a:endParaRPr lang="en-US" altLang="zh-CN" dirty="0"/>
          </a:p>
          <a:p>
            <a:r>
              <a:rPr lang="zh-CN" altLang="en-US" dirty="0"/>
              <a:t>因此内部与外部信号形成时序关系</a:t>
            </a:r>
            <a:endParaRPr lang="en-US" altLang="zh-CN" dirty="0"/>
          </a:p>
          <a:p>
            <a:r>
              <a:rPr lang="zh-CN" altLang="en-US" dirty="0"/>
              <a:t>不均匀性导致汇聚信号，</a:t>
            </a:r>
            <a:r>
              <a:rPr lang="en-US" altLang="zh-CN" dirty="0" err="1"/>
              <a:t>uik</a:t>
            </a:r>
            <a:r>
              <a:rPr lang="zh-CN" altLang="en-US" dirty="0"/>
              <a:t>不符合预期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01FA6D-B7FE-FE44-E5E1-6066A46BC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1" y="4367980"/>
            <a:ext cx="7885471" cy="23622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5824A81-C8A8-7324-C7B5-7DFA9A018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054" y="0"/>
            <a:ext cx="4262304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37B492FF-7B3B-DA41-0E6A-18EC190FC43B}"/>
                  </a:ext>
                </a:extLst>
              </p14:cNvPr>
              <p14:cNvContentPartPr/>
              <p14:nvPr/>
            </p14:nvContentPartPr>
            <p14:xfrm>
              <a:off x="213480" y="270360"/>
              <a:ext cx="7052400" cy="569268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37B492FF-7B3B-DA41-0E6A-18EC190FC4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4120" y="261000"/>
                <a:ext cx="7071120" cy="571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1436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D618D-494C-D6EE-3954-B6D9129F7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球八面体黑腔实验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A6C91E-C8D2-EF67-FF61-6051DB4EE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0.35atmC5H12</a:t>
            </a:r>
            <a:r>
              <a:rPr lang="zh-CN" altLang="en-US" dirty="0"/>
              <a:t>，电子密度</a:t>
            </a:r>
            <a:r>
              <a:rPr lang="en-US" altLang="zh-CN" dirty="0"/>
              <a:t>3.5e20cm-3</a:t>
            </a:r>
          </a:p>
          <a:p>
            <a:r>
              <a:rPr lang="en-US" altLang="zh-CN" dirty="0"/>
              <a:t>32</a:t>
            </a:r>
            <a:r>
              <a:rPr lang="zh-CN" altLang="en-US" dirty="0"/>
              <a:t>束加热光束从</a:t>
            </a:r>
            <a:r>
              <a:rPr lang="en-US" altLang="zh-CN" dirty="0"/>
              <a:t>6LEH</a:t>
            </a:r>
            <a:r>
              <a:rPr lang="zh-CN" altLang="en-US" dirty="0"/>
              <a:t>入射，</a:t>
            </a:r>
            <a:r>
              <a:rPr lang="en-US" altLang="zh-CN" dirty="0"/>
              <a:t>80kJ</a:t>
            </a:r>
            <a:r>
              <a:rPr lang="zh-CN" altLang="en-US" dirty="0"/>
              <a:t>总能量</a:t>
            </a:r>
            <a:endParaRPr lang="en-US" altLang="zh-CN" dirty="0"/>
          </a:p>
          <a:p>
            <a:r>
              <a:rPr lang="zh-CN" altLang="en-US" dirty="0"/>
              <a:t>诊断光</a:t>
            </a:r>
            <a:r>
              <a:rPr lang="en-US" altLang="zh-CN" dirty="0"/>
              <a:t>90J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3635EF-10C7-E92E-F846-D9CF96D23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897" y="2734335"/>
            <a:ext cx="4546808" cy="31994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A7AA18EE-5BDB-1ECD-E5E2-84D35AF6C959}"/>
                  </a:ext>
                </a:extLst>
              </p14:cNvPr>
              <p14:cNvContentPartPr/>
              <p14:nvPr/>
            </p14:nvContentPartPr>
            <p14:xfrm>
              <a:off x="1234440" y="1882080"/>
              <a:ext cx="9281520" cy="344088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A7AA18EE-5BDB-1ECD-E5E2-84D35AF6C9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5080" y="1872720"/>
                <a:ext cx="9300240" cy="345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0451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003361-C31D-BCCE-5352-5B834ADC6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球八面体黑腔实验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11F41-DFB3-3CB4-C10D-6E24CF68A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探测区域位于中心，流速低，离子声波模式对称</a:t>
            </a:r>
            <a:endParaRPr lang="en-US" altLang="zh-CN" dirty="0"/>
          </a:p>
          <a:p>
            <a:r>
              <a:rPr lang="zh-CN" altLang="en-US" dirty="0"/>
              <a:t>两模式随升温逐渐分开</a:t>
            </a:r>
            <a:endParaRPr lang="en-US" altLang="zh-CN" dirty="0"/>
          </a:p>
          <a:p>
            <a:r>
              <a:rPr lang="zh-CN" altLang="en-US" dirty="0"/>
              <a:t>信号经历强弱强三阶段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F109DD-9ADC-8DAC-C27A-8C04B7685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42627"/>
            <a:ext cx="9153832" cy="276941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05166594-913B-D54E-A643-0577C19BFA14}"/>
                  </a:ext>
                </a:extLst>
              </p14:cNvPr>
              <p14:cNvContentPartPr/>
              <p14:nvPr/>
            </p14:nvContentPartPr>
            <p14:xfrm>
              <a:off x="1779120" y="2487960"/>
              <a:ext cx="6347880" cy="41799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05166594-913B-D54E-A643-0577C19BFA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69760" y="2478600"/>
                <a:ext cx="6366600" cy="419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8292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8DC5B6-EB9B-361C-2B1B-0CCFBD36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球八面体黑腔实验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C80C4-4F20-B706-4E4B-CAA52C3EC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23588"/>
          </a:xfrm>
        </p:spPr>
        <p:txBody>
          <a:bodyPr/>
          <a:lstStyle/>
          <a:p>
            <a:r>
              <a:rPr lang="zh-CN" altLang="en-US" dirty="0"/>
              <a:t>一阶段：温度低，诊断光加热效应明显</a:t>
            </a:r>
            <a:endParaRPr lang="en-US" altLang="zh-CN" dirty="0"/>
          </a:p>
          <a:p>
            <a:r>
              <a:rPr lang="zh-CN" altLang="en-US" dirty="0"/>
              <a:t>二阶段：电子导热快，升温迅速</a:t>
            </a:r>
            <a:endParaRPr lang="en-US" altLang="zh-CN" dirty="0"/>
          </a:p>
          <a:p>
            <a:r>
              <a:rPr lang="zh-CN" altLang="en-US" dirty="0"/>
              <a:t>三阶段：激波在中心汇聚，离子快速升温</a:t>
            </a:r>
            <a:endParaRPr lang="en-US" altLang="zh-CN" dirty="0"/>
          </a:p>
          <a:p>
            <a:r>
              <a:rPr lang="zh-CN" altLang="en-US" dirty="0"/>
              <a:t>疑点：实验电子升温显著更慢，怀疑</a:t>
            </a:r>
            <a:r>
              <a:rPr lang="en-US" altLang="zh-CN" dirty="0"/>
              <a:t>Spitzer-Harm</a:t>
            </a:r>
            <a:r>
              <a:rPr lang="zh-CN" altLang="en-US" dirty="0"/>
              <a:t>模型失效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4F6BEF-0E43-8DF7-7161-6D9DDC23C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05013"/>
            <a:ext cx="5847735" cy="260649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7788E3D0-67AF-6F3F-78FD-5F44C313C0F9}"/>
                  </a:ext>
                </a:extLst>
              </p14:cNvPr>
              <p14:cNvContentPartPr/>
              <p14:nvPr/>
            </p14:nvContentPartPr>
            <p14:xfrm>
              <a:off x="891360" y="704880"/>
              <a:ext cx="9095040" cy="575712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7788E3D0-67AF-6F3F-78FD-5F44C313C0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2000" y="695520"/>
                <a:ext cx="9113760" cy="577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8135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615FFE-A68E-DE1E-FEC0-26046F095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B25C0A-80B4-6957-80FD-27C7ADFD6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已拿到两次实验数据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计划分别使用：</a:t>
            </a:r>
            <a:endParaRPr lang="en-US" altLang="zh-CN" dirty="0"/>
          </a:p>
          <a:p>
            <a:r>
              <a:rPr lang="zh-CN" altLang="en-US" dirty="0"/>
              <a:t>文中拟合方案（假设麦克斯韦分布）</a:t>
            </a:r>
            <a:endParaRPr lang="en-US" altLang="zh-CN" dirty="0"/>
          </a:p>
          <a:p>
            <a:r>
              <a:rPr lang="en-US" altLang="zh-CN" dirty="0"/>
              <a:t>DNN</a:t>
            </a:r>
            <a:r>
              <a:rPr lang="zh-CN" altLang="en-US" dirty="0"/>
              <a:t>重建方案（无假设）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重建</a:t>
            </a:r>
            <a:r>
              <a:rPr lang="en-US" altLang="zh-CN" dirty="0" err="1"/>
              <a:t>fe,fiH,fiC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探究电子升温缓慢处是否有</a:t>
            </a:r>
            <a:r>
              <a:rPr lang="en-US" altLang="zh-CN" dirty="0"/>
              <a:t>non-Maxwellian</a:t>
            </a:r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6075EF6C-E789-8A9B-A536-8F7188EDCE52}"/>
                  </a:ext>
                </a:extLst>
              </p14:cNvPr>
              <p14:cNvContentPartPr/>
              <p14:nvPr/>
            </p14:nvContentPartPr>
            <p14:xfrm>
              <a:off x="1001880" y="1398240"/>
              <a:ext cx="8348040" cy="373032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6075EF6C-E789-8A9B-A536-8F7188EDCE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2520" y="1388880"/>
                <a:ext cx="8366760" cy="374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1549527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841</Words>
  <Application>Microsoft Office PowerPoint</Application>
  <PresentationFormat>宽屏</PresentationFormat>
  <Paragraphs>81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Arial</vt:lpstr>
      <vt:lpstr>Calibri</vt:lpstr>
      <vt:lpstr>WPS</vt:lpstr>
      <vt:lpstr>Progress in optical Thomson scattering diagnostics for ICF gas-filled hohlraums</vt:lpstr>
      <vt:lpstr>OTS进展</vt:lpstr>
      <vt:lpstr>OTS进展</vt:lpstr>
      <vt:lpstr>光谱拟合</vt:lpstr>
      <vt:lpstr>光谱拟合</vt:lpstr>
      <vt:lpstr>光谱拟合</vt:lpstr>
      <vt:lpstr>光谱拟合</vt:lpstr>
      <vt:lpstr>光谱模拟</vt:lpstr>
      <vt:lpstr>圆柱黑腔实验</vt:lpstr>
      <vt:lpstr>圆柱黑腔实验</vt:lpstr>
      <vt:lpstr>圆柱黑腔实验</vt:lpstr>
      <vt:lpstr>球八面体黑腔实验</vt:lpstr>
      <vt:lpstr>球八面体黑腔实验</vt:lpstr>
      <vt:lpstr>球八面体黑腔实验</vt:lpstr>
      <vt:lpstr>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</dc:creator>
  <cp:lastModifiedBy>haohan yu</cp:lastModifiedBy>
  <cp:revision>4</cp:revision>
  <dcterms:created xsi:type="dcterms:W3CDTF">2023-08-09T12:44:00Z</dcterms:created>
  <dcterms:modified xsi:type="dcterms:W3CDTF">2026-08-30T12:26:02Z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