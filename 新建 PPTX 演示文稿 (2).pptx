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4DA5DC-FC03-4DC4-8F79-7957DC062601}" v="1" dt="2026-09-06T11:16:59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72" y="1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han yu" userId="d72680ed762d024a" providerId="LiveId" clId="{2D1876A4-4DA7-4B08-BD2D-83EA0E7CF0B9}"/>
    <pc:docChg chg="custSel addSld modSld">
      <pc:chgData name="haohan yu" userId="d72680ed762d024a" providerId="LiveId" clId="{2D1876A4-4DA7-4B08-BD2D-83EA0E7CF0B9}" dt="2026-09-09T08:37:09.570" v="324" actId="1076"/>
      <pc:docMkLst>
        <pc:docMk/>
      </pc:docMkLst>
      <pc:sldChg chg="modSp new mod">
        <pc:chgData name="haohan yu" userId="d72680ed762d024a" providerId="LiveId" clId="{2D1876A4-4DA7-4B08-BD2D-83EA0E7CF0B9}" dt="2026-09-06T10:57:33.255" v="13" actId="20577"/>
        <pc:sldMkLst>
          <pc:docMk/>
          <pc:sldMk cId="1222954445" sldId="256"/>
        </pc:sldMkLst>
        <pc:spChg chg="mod">
          <ac:chgData name="haohan yu" userId="d72680ed762d024a" providerId="LiveId" clId="{2D1876A4-4DA7-4B08-BD2D-83EA0E7CF0B9}" dt="2026-09-06T10:57:33.255" v="13" actId="20577"/>
          <ac:spMkLst>
            <pc:docMk/>
            <pc:sldMk cId="1222954445" sldId="256"/>
            <ac:spMk id="2" creationId="{630B0D07-2BD3-A3D1-A268-340950FE873C}"/>
          </ac:spMkLst>
        </pc:spChg>
      </pc:sldChg>
      <pc:sldChg chg="addSp delSp modSp new mod">
        <pc:chgData name="haohan yu" userId="d72680ed762d024a" providerId="LiveId" clId="{2D1876A4-4DA7-4B08-BD2D-83EA0E7CF0B9}" dt="2026-09-06T11:19:11.894" v="170" actId="21"/>
        <pc:sldMkLst>
          <pc:docMk/>
          <pc:sldMk cId="2237176328" sldId="257"/>
        </pc:sldMkLst>
        <pc:spChg chg="mod">
          <ac:chgData name="haohan yu" userId="d72680ed762d024a" providerId="LiveId" clId="{2D1876A4-4DA7-4B08-BD2D-83EA0E7CF0B9}" dt="2026-09-06T10:58:09.993" v="18" actId="20577"/>
          <ac:spMkLst>
            <pc:docMk/>
            <pc:sldMk cId="2237176328" sldId="257"/>
            <ac:spMk id="2" creationId="{98CDC7AD-6E58-823E-77C2-613F8AF709BD}"/>
          </ac:spMkLst>
        </pc:spChg>
        <pc:picChg chg="add mod ord">
          <ac:chgData name="haohan yu" userId="d72680ed762d024a" providerId="LiveId" clId="{2D1876A4-4DA7-4B08-BD2D-83EA0E7CF0B9}" dt="2026-09-06T11:13:38.633" v="64"/>
          <ac:picMkLst>
            <pc:docMk/>
            <pc:sldMk cId="2237176328" sldId="257"/>
            <ac:picMk id="9" creationId="{13867AD5-2672-8418-D944-29FD1CB86223}"/>
          </ac:picMkLst>
        </pc:picChg>
      </pc:sldChg>
      <pc:sldChg chg="addSp delSp modSp new mod">
        <pc:chgData name="haohan yu" userId="d72680ed762d024a" providerId="LiveId" clId="{2D1876A4-4DA7-4B08-BD2D-83EA0E7CF0B9}" dt="2026-09-07T14:19:46.942" v="316" actId="1076"/>
        <pc:sldMkLst>
          <pc:docMk/>
          <pc:sldMk cId="3982882561" sldId="258"/>
        </pc:sldMkLst>
        <pc:picChg chg="add mod ord">
          <ac:chgData name="haohan yu" userId="d72680ed762d024a" providerId="LiveId" clId="{2D1876A4-4DA7-4B08-BD2D-83EA0E7CF0B9}" dt="2026-09-07T14:19:46.942" v="316" actId="1076"/>
          <ac:picMkLst>
            <pc:docMk/>
            <pc:sldMk cId="3982882561" sldId="258"/>
            <ac:picMk id="9" creationId="{CB911E58-0AF9-6F8D-0782-876C74431B73}"/>
          </ac:picMkLst>
        </pc:picChg>
      </pc:sldChg>
      <pc:sldChg chg="addSp delSp modSp new mod">
        <pc:chgData name="haohan yu" userId="d72680ed762d024a" providerId="LiveId" clId="{2D1876A4-4DA7-4B08-BD2D-83EA0E7CF0B9}" dt="2026-09-06T11:13:58.429" v="70"/>
        <pc:sldMkLst>
          <pc:docMk/>
          <pc:sldMk cId="4233083360" sldId="259"/>
        </pc:sldMkLst>
        <pc:picChg chg="add mod ord">
          <ac:chgData name="haohan yu" userId="d72680ed762d024a" providerId="LiveId" clId="{2D1876A4-4DA7-4B08-BD2D-83EA0E7CF0B9}" dt="2026-09-06T11:13:58.429" v="70"/>
          <ac:picMkLst>
            <pc:docMk/>
            <pc:sldMk cId="4233083360" sldId="259"/>
            <ac:picMk id="9" creationId="{7B4587FA-85BA-63E5-2D1C-B9B885FADB7F}"/>
          </ac:picMkLst>
        </pc:picChg>
      </pc:sldChg>
      <pc:sldChg chg="addSp delSp modSp new mod">
        <pc:chgData name="haohan yu" userId="d72680ed762d024a" providerId="LiveId" clId="{2D1876A4-4DA7-4B08-BD2D-83EA0E7CF0B9}" dt="2026-09-06T11:14:03.286" v="73"/>
        <pc:sldMkLst>
          <pc:docMk/>
          <pc:sldMk cId="2874225817" sldId="260"/>
        </pc:sldMkLst>
        <pc:picChg chg="add mod ord">
          <ac:chgData name="haohan yu" userId="d72680ed762d024a" providerId="LiveId" clId="{2D1876A4-4DA7-4B08-BD2D-83EA0E7CF0B9}" dt="2026-09-06T11:14:03.286" v="73"/>
          <ac:picMkLst>
            <pc:docMk/>
            <pc:sldMk cId="2874225817" sldId="260"/>
            <ac:picMk id="9" creationId="{86641036-9AEF-6B25-B17F-EA9F797BAB43}"/>
          </ac:picMkLst>
        </pc:picChg>
      </pc:sldChg>
      <pc:sldChg chg="addSp delSp modSp new mod">
        <pc:chgData name="haohan yu" userId="d72680ed762d024a" providerId="LiveId" clId="{2D1876A4-4DA7-4B08-BD2D-83EA0E7CF0B9}" dt="2026-09-06T11:14:08.786" v="76"/>
        <pc:sldMkLst>
          <pc:docMk/>
          <pc:sldMk cId="4236172977" sldId="261"/>
        </pc:sldMkLst>
        <pc:picChg chg="add mod ord">
          <ac:chgData name="haohan yu" userId="d72680ed762d024a" providerId="LiveId" clId="{2D1876A4-4DA7-4B08-BD2D-83EA0E7CF0B9}" dt="2026-09-06T11:14:08.786" v="76"/>
          <ac:picMkLst>
            <pc:docMk/>
            <pc:sldMk cId="4236172977" sldId="261"/>
            <ac:picMk id="9" creationId="{4EDF2E3A-0691-6EB9-87D2-6D6DDE6784F9}"/>
          </ac:picMkLst>
        </pc:picChg>
      </pc:sldChg>
      <pc:sldChg chg="addSp delSp modSp new mod">
        <pc:chgData name="haohan yu" userId="d72680ed762d024a" providerId="LiveId" clId="{2D1876A4-4DA7-4B08-BD2D-83EA0E7CF0B9}" dt="2026-09-06T11:14:13.889" v="79"/>
        <pc:sldMkLst>
          <pc:docMk/>
          <pc:sldMk cId="3000479733" sldId="262"/>
        </pc:sldMkLst>
        <pc:picChg chg="add mod ord">
          <ac:chgData name="haohan yu" userId="d72680ed762d024a" providerId="LiveId" clId="{2D1876A4-4DA7-4B08-BD2D-83EA0E7CF0B9}" dt="2026-09-06T11:14:13.889" v="79"/>
          <ac:picMkLst>
            <pc:docMk/>
            <pc:sldMk cId="3000479733" sldId="262"/>
            <ac:picMk id="9" creationId="{163A1A00-6EB7-0226-484D-512A787DEC70}"/>
          </ac:picMkLst>
        </pc:picChg>
      </pc:sldChg>
      <pc:sldChg chg="addSp delSp modSp new mod">
        <pc:chgData name="haohan yu" userId="d72680ed762d024a" providerId="LiveId" clId="{2D1876A4-4DA7-4B08-BD2D-83EA0E7CF0B9}" dt="2026-09-06T11:14:20.639" v="82"/>
        <pc:sldMkLst>
          <pc:docMk/>
          <pc:sldMk cId="2522843102" sldId="263"/>
        </pc:sldMkLst>
        <pc:picChg chg="add mod ord">
          <ac:chgData name="haohan yu" userId="d72680ed762d024a" providerId="LiveId" clId="{2D1876A4-4DA7-4B08-BD2D-83EA0E7CF0B9}" dt="2026-09-06T11:14:20.639" v="82"/>
          <ac:picMkLst>
            <pc:docMk/>
            <pc:sldMk cId="2522843102" sldId="263"/>
            <ac:picMk id="9" creationId="{372A407E-89B7-51F3-6582-84CA3E816B19}"/>
          </ac:picMkLst>
        </pc:picChg>
      </pc:sldChg>
      <pc:sldChg chg="addSp delSp modSp new mod">
        <pc:chgData name="haohan yu" userId="d72680ed762d024a" providerId="LiveId" clId="{2D1876A4-4DA7-4B08-BD2D-83EA0E7CF0B9}" dt="2026-09-06T11:14:29.303" v="85"/>
        <pc:sldMkLst>
          <pc:docMk/>
          <pc:sldMk cId="3524292051" sldId="264"/>
        </pc:sldMkLst>
        <pc:picChg chg="add mod ord">
          <ac:chgData name="haohan yu" userId="d72680ed762d024a" providerId="LiveId" clId="{2D1876A4-4DA7-4B08-BD2D-83EA0E7CF0B9}" dt="2026-09-06T11:14:29.303" v="85"/>
          <ac:picMkLst>
            <pc:docMk/>
            <pc:sldMk cId="3524292051" sldId="264"/>
            <ac:picMk id="9" creationId="{94F3A390-5F31-5A69-977E-B3FAE10C1286}"/>
          </ac:picMkLst>
        </pc:picChg>
      </pc:sldChg>
      <pc:sldChg chg="addSp delSp modSp new mod">
        <pc:chgData name="haohan yu" userId="d72680ed762d024a" providerId="LiveId" clId="{2D1876A4-4DA7-4B08-BD2D-83EA0E7CF0B9}" dt="2026-09-06T11:14:38.302" v="89" actId="1035"/>
        <pc:sldMkLst>
          <pc:docMk/>
          <pc:sldMk cId="1969698454" sldId="265"/>
        </pc:sldMkLst>
        <pc:picChg chg="add mod ord">
          <ac:chgData name="haohan yu" userId="d72680ed762d024a" providerId="LiveId" clId="{2D1876A4-4DA7-4B08-BD2D-83EA0E7CF0B9}" dt="2026-09-06T11:14:38.302" v="89" actId="1035"/>
          <ac:picMkLst>
            <pc:docMk/>
            <pc:sldMk cId="1969698454" sldId="265"/>
            <ac:picMk id="9" creationId="{45CB623B-01CE-DD15-AC5B-09459D1A96E5}"/>
          </ac:picMkLst>
        </pc:picChg>
      </pc:sldChg>
      <pc:sldChg chg="addSp delSp modSp new mod">
        <pc:chgData name="haohan yu" userId="d72680ed762d024a" providerId="LiveId" clId="{2D1876A4-4DA7-4B08-BD2D-83EA0E7CF0B9}" dt="2026-09-09T08:30:00.383" v="319" actId="1076"/>
        <pc:sldMkLst>
          <pc:docMk/>
          <pc:sldMk cId="1893521955" sldId="266"/>
        </pc:sldMkLst>
        <pc:spChg chg="mod">
          <ac:chgData name="haohan yu" userId="d72680ed762d024a" providerId="LiveId" clId="{2D1876A4-4DA7-4B08-BD2D-83EA0E7CF0B9}" dt="2026-09-06T11:25:14.074" v="209" actId="20577"/>
          <ac:spMkLst>
            <pc:docMk/>
            <pc:sldMk cId="1893521955" sldId="266"/>
            <ac:spMk id="2" creationId="{E6F3FC5F-72F3-AE27-B4D7-1B48AC818838}"/>
          </ac:spMkLst>
        </pc:spChg>
        <pc:picChg chg="add mod ord">
          <ac:chgData name="haohan yu" userId="d72680ed762d024a" providerId="LiveId" clId="{2D1876A4-4DA7-4B08-BD2D-83EA0E7CF0B9}" dt="2026-09-09T08:30:00.383" v="319" actId="1076"/>
          <ac:picMkLst>
            <pc:docMk/>
            <pc:sldMk cId="1893521955" sldId="266"/>
            <ac:picMk id="5" creationId="{A70FECE5-CE0E-387C-E860-A4E6365AFBE1}"/>
          </ac:picMkLst>
        </pc:picChg>
      </pc:sldChg>
      <pc:sldChg chg="addSp delSp modSp new mod">
        <pc:chgData name="haohan yu" userId="d72680ed762d024a" providerId="LiveId" clId="{2D1876A4-4DA7-4B08-BD2D-83EA0E7CF0B9}" dt="2026-09-09T08:31:10.240" v="321" actId="1076"/>
        <pc:sldMkLst>
          <pc:docMk/>
          <pc:sldMk cId="683939659" sldId="267"/>
        </pc:sldMkLst>
        <pc:spChg chg="mod">
          <ac:chgData name="haohan yu" userId="d72680ed762d024a" providerId="LiveId" clId="{2D1876A4-4DA7-4B08-BD2D-83EA0E7CF0B9}" dt="2026-09-06T11:32:06.625" v="260" actId="20577"/>
          <ac:spMkLst>
            <pc:docMk/>
            <pc:sldMk cId="683939659" sldId="267"/>
            <ac:spMk id="2" creationId="{B4E15547-6A62-0557-1288-5FB1B0D616AE}"/>
          </ac:spMkLst>
        </pc:spChg>
        <pc:picChg chg="add mod ord">
          <ac:chgData name="haohan yu" userId="d72680ed762d024a" providerId="LiveId" clId="{2D1876A4-4DA7-4B08-BD2D-83EA0E7CF0B9}" dt="2026-09-09T08:31:10.240" v="321" actId="1076"/>
          <ac:picMkLst>
            <pc:docMk/>
            <pc:sldMk cId="683939659" sldId="267"/>
            <ac:picMk id="5" creationId="{C561C2D9-0D9A-D8CD-D648-77F1E4C14312}"/>
          </ac:picMkLst>
        </pc:picChg>
      </pc:sldChg>
      <pc:sldChg chg="addSp delSp modSp new mod">
        <pc:chgData name="haohan yu" userId="d72680ed762d024a" providerId="LiveId" clId="{2D1876A4-4DA7-4B08-BD2D-83EA0E7CF0B9}" dt="2026-09-09T08:37:09.570" v="324" actId="1076"/>
        <pc:sldMkLst>
          <pc:docMk/>
          <pc:sldMk cId="288353999" sldId="268"/>
        </pc:sldMkLst>
        <pc:spChg chg="mod">
          <ac:chgData name="haohan yu" userId="d72680ed762d024a" providerId="LiveId" clId="{2D1876A4-4DA7-4B08-BD2D-83EA0E7CF0B9}" dt="2026-09-06T11:32:09.717" v="262" actId="20577"/>
          <ac:spMkLst>
            <pc:docMk/>
            <pc:sldMk cId="288353999" sldId="268"/>
            <ac:spMk id="2" creationId="{F01267B8-D5F3-87C9-7301-2FC7C10F681A}"/>
          </ac:spMkLst>
        </pc:spChg>
        <pc:picChg chg="add mod ord">
          <ac:chgData name="haohan yu" userId="d72680ed762d024a" providerId="LiveId" clId="{2D1876A4-4DA7-4B08-BD2D-83EA0E7CF0B9}" dt="2026-09-09T08:37:09.570" v="324" actId="1076"/>
          <ac:picMkLst>
            <pc:docMk/>
            <pc:sldMk cId="288353999" sldId="268"/>
            <ac:picMk id="5" creationId="{51657E33-6964-427F-5EDD-E23D0EF1BA72}"/>
          </ac:picMkLst>
        </pc:picChg>
      </pc:sldChg>
      <pc:sldChg chg="addSp delSp modSp new mod">
        <pc:chgData name="haohan yu" userId="d72680ed762d024a" providerId="LiveId" clId="{2D1876A4-4DA7-4B08-BD2D-83EA0E7CF0B9}" dt="2026-09-06T11:32:49.744" v="315" actId="1076"/>
        <pc:sldMkLst>
          <pc:docMk/>
          <pc:sldMk cId="3840823633" sldId="269"/>
        </pc:sldMkLst>
        <pc:spChg chg="add mod">
          <ac:chgData name="haohan yu" userId="d72680ed762d024a" providerId="LiveId" clId="{2D1876A4-4DA7-4B08-BD2D-83EA0E7CF0B9}" dt="2026-09-06T11:32:49.744" v="315" actId="1076"/>
          <ac:spMkLst>
            <pc:docMk/>
            <pc:sldMk cId="3840823633" sldId="269"/>
            <ac:spMk id="6" creationId="{1AEBFF08-FF47-E7D1-2B9E-51C8D9B7747B}"/>
          </ac:spMkLst>
        </pc:spChg>
        <pc:picChg chg="add mod">
          <ac:chgData name="haohan yu" userId="d72680ed762d024a" providerId="LiveId" clId="{2D1876A4-4DA7-4B08-BD2D-83EA0E7CF0B9}" dt="2026-09-06T11:25:01.668" v="204" actId="1076"/>
          <ac:picMkLst>
            <pc:docMk/>
            <pc:sldMk cId="3840823633" sldId="269"/>
            <ac:picMk id="5" creationId="{07FD9385-22F2-8EDE-20D4-73E164D9D14A}"/>
          </ac:picMkLst>
        </pc:picChg>
        <pc:picChg chg="add mod">
          <ac:chgData name="haohan yu" userId="d72680ed762d024a" providerId="LiveId" clId="{2D1876A4-4DA7-4B08-BD2D-83EA0E7CF0B9}" dt="2026-09-06T11:25:00.381" v="203" actId="1076"/>
          <ac:picMkLst>
            <pc:docMk/>
            <pc:sldMk cId="3840823633" sldId="269"/>
            <ac:picMk id="8" creationId="{0FE3862C-34F2-11A6-9E65-FA4963596AB7}"/>
          </ac:picMkLst>
        </pc:picChg>
      </pc:sldChg>
      <pc:sldChg chg="addSp delSp modSp new mod">
        <pc:chgData name="haohan yu" userId="d72680ed762d024a" providerId="LiveId" clId="{2D1876A4-4DA7-4B08-BD2D-83EA0E7CF0B9}" dt="2026-09-06T11:19:24.839" v="175" actId="1076"/>
        <pc:sldMkLst>
          <pc:docMk/>
          <pc:sldMk cId="2431811054" sldId="270"/>
        </pc:sldMkLst>
        <pc:spChg chg="add mod">
          <ac:chgData name="haohan yu" userId="d72680ed762d024a" providerId="LiveId" clId="{2D1876A4-4DA7-4B08-BD2D-83EA0E7CF0B9}" dt="2026-09-06T11:19:24.839" v="175" actId="1076"/>
          <ac:spMkLst>
            <pc:docMk/>
            <pc:sldMk cId="2431811054" sldId="270"/>
            <ac:spMk id="5" creationId="{79D3C048-6ADE-84AC-DB70-024996FF7367}"/>
          </ac:spMkLst>
        </pc:spChg>
      </pc:sldChg>
      <pc:sldChg chg="addSp delSp modSp new mod">
        <pc:chgData name="haohan yu" userId="d72680ed762d024a" providerId="LiveId" clId="{2D1876A4-4DA7-4B08-BD2D-83EA0E7CF0B9}" dt="2026-09-06T11:31:33.262" v="256" actId="20577"/>
        <pc:sldMkLst>
          <pc:docMk/>
          <pc:sldMk cId="221522905" sldId="271"/>
        </pc:sldMkLst>
        <pc:spChg chg="add mod">
          <ac:chgData name="haohan yu" userId="d72680ed762d024a" providerId="LiveId" clId="{2D1876A4-4DA7-4B08-BD2D-83EA0E7CF0B9}" dt="2026-09-06T11:31:33.262" v="256" actId="20577"/>
          <ac:spMkLst>
            <pc:docMk/>
            <pc:sldMk cId="221522905" sldId="271"/>
            <ac:spMk id="5" creationId="{D0445118-1C7D-221D-D6F4-84CFC6B8D4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B0D07-2BD3-A3D1-A268-340950FE8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光谱拟合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A7A0AC-2AC7-9267-DD55-23FBAF57BA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95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6ED1C-A569-C4A5-03F9-3E975AD2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D3C048-6ADE-84AC-DB70-024996FF7367}"/>
              </a:ext>
            </a:extLst>
          </p:cNvPr>
          <p:cNvSpPr txBox="1"/>
          <p:nvPr/>
        </p:nvSpPr>
        <p:spPr>
          <a:xfrm>
            <a:off x="1553496" y="2351459"/>
            <a:ext cx="88932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Two-ion OTS forward/inverse check: lambda0=351.0 nm, ne=0.3 nc=2.714720e+21 cm^-3</a:t>
            </a:r>
          </a:p>
          <a:p>
            <a:r>
              <a:rPr lang="zh-CN" altLang="en-US" dirty="0"/>
              <a:t>state                 Te_fit/true   Ti1_fit/true  Ti2_fit/true  relative_spectrum_L2</a:t>
            </a:r>
          </a:p>
          <a:p>
            <a:r>
              <a:rPr lang="zh-CN" altLang="en-US" dirty="0"/>
              <a:t>H-He x_H=0.3           2000.000/2000.0    800.000/800.0    1200.000/1200.0  1.757e-09</a:t>
            </a:r>
          </a:p>
          <a:p>
            <a:r>
              <a:rPr lang="zh-CN" altLang="en-US" dirty="0"/>
              <a:t>H-He x_H=0.5           2000.000/2000.0    800.000/800.0    1200.000/1200.0  1.453e-09</a:t>
            </a:r>
          </a:p>
          <a:p>
            <a:r>
              <a:rPr lang="zh-CN" altLang="en-US" dirty="0"/>
              <a:t>H-He x_H=0.7           2000.000/2000.0    800.000/800.0    1200.000/1200.0  1.975e-09</a:t>
            </a:r>
          </a:p>
          <a:p>
            <a:r>
              <a:rPr lang="zh-CN" altLang="en-US" dirty="0"/>
              <a:t>H-C x_H=0.1            4800.000/4800.0    480.000/480.0     720.000/720.0   2.846e-07</a:t>
            </a:r>
          </a:p>
          <a:p>
            <a:r>
              <a:rPr lang="zh-CN" altLang="en-US" dirty="0"/>
              <a:t>H-C x_H=0.3            4800.000/4800.0    480.000/480.0     720.000/720.0   7.472e-08</a:t>
            </a:r>
          </a:p>
          <a:p>
            <a:r>
              <a:rPr lang="zh-CN" altLang="en-US" dirty="0"/>
              <a:t>H-C x_H=0.5            4800.000/4800.0    480.000/480.0     720.000/720.0   5.620e-08</a:t>
            </a:r>
          </a:p>
          <a:p>
            <a:r>
              <a:rPr lang="zh-CN" altLang="en-US" dirty="0"/>
              <a:t>H-C x_H=0.7            4800.000/4800.0    480.000/480.0     720.000/720.0   3.928e-09</a:t>
            </a:r>
          </a:p>
          <a:p>
            <a:r>
              <a:rPr lang="zh-CN" altLang="en-US" dirty="0"/>
              <a:t>H-C x_H=0.9            4800.000/4800.0    480.000/480.0     720.000/720.0   5.711e-08</a:t>
            </a:r>
          </a:p>
          <a:p>
            <a:r>
              <a:rPr lang="zh-CN" altLang="en-US" dirty="0"/>
              <a:t>Au-B x_Au=0.6          3000.000/3000.0    800.000/800.0    1200.000/1200.0  8.725e-10</a:t>
            </a:r>
          </a:p>
        </p:txBody>
      </p:sp>
    </p:spTree>
    <p:extLst>
      <p:ext uri="{BB962C8B-B14F-4D97-AF65-F5344CB8AC3E}">
        <p14:creationId xmlns:p14="http://schemas.microsoft.com/office/powerpoint/2010/main" val="243181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DC7AD-6E58-823E-77C2-613F8AF7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3867AD5-2672-8418-D944-29FD1CB86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7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BF39A-73F6-7141-CC75-947EC4EB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CB911E58-0AF9-6F8D-0782-876C74431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058" y="24128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8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C3E2D-3FB6-0E0B-E64C-53335FEA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B4587FA-85BA-63E5-2D1C-B9B885FAD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83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DADE0-58B7-E892-B836-54B5EBF2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6641036-9AEF-6B25-B17F-EA9F797BA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2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BD281-E568-E71A-C13F-35A32661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EDF2E3A-0691-6EB9-87D2-6D6DDE678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72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AB554-076D-EFA3-272A-19560D0B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163A1A00-6EB7-0226-484D-512A787DE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7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38F1A-6F11-152A-1B40-411CE472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372A407E-89B7-51F3-6582-84CA3E816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4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CF892-5FEE-9CE2-1083-41DABEF3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94F3A390-5F31-5A69-977E-B3FAE10C1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2097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92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89A30-940C-99BF-7995-8B3F760A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5CB623B-01CE-DD15-AC5B-09459D1A9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7181"/>
            <a:ext cx="10515600" cy="32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9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80E76-731E-BCD5-855E-783894D8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445118-1C7D-221D-D6F4-84CFC6B8D412}"/>
              </a:ext>
            </a:extLst>
          </p:cNvPr>
          <p:cNvSpPr txBox="1"/>
          <p:nvPr/>
        </p:nvSpPr>
        <p:spPr>
          <a:xfrm>
            <a:off x="3048000" y="265789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"lm_0": 351.0e-9,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 "n_e": 1.81e26,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"Z_i1": 1.0,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"N_i1": 0.55,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"m_i1": PROTON_MASS,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"Z_i2": 6.0,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"N_i2": 0.45,</a:t>
            </a:r>
          </a:p>
          <a:p>
            <a:pPr>
              <a:lnSpc>
                <a:spcPct val="100000"/>
              </a:lnSpc>
              <a:buNone/>
            </a:pPr>
            <a:r>
              <a:rPr lang="zh-CN" altLang="zh-CN" sz="1800" b="0" dirty="0">
                <a:solidFill>
                  <a:schemeClr val="tx1"/>
                </a:solidFill>
                <a:effectLst/>
                <a:latin typeface="+mn-lt"/>
              </a:rPr>
              <a:t>"m_i2": 12.0 * PROTON_MASS,</a:t>
            </a:r>
            <a:endParaRPr lang="en-US" altLang="zh-CN" sz="1800" b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dirty="0"/>
              <a:t>T_i1=T_i2=171.3eV</a:t>
            </a:r>
          </a:p>
          <a:p>
            <a:r>
              <a:rPr lang="en-US" altLang="zh-CN" dirty="0" err="1"/>
              <a:t>T_e</a:t>
            </a:r>
            <a:r>
              <a:rPr lang="en-US" altLang="zh-CN" dirty="0"/>
              <a:t>=1370eV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2152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3FC5F-72F3-AE27-B4D7-1B48AC81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70FECE5-CE0E-387C-E860-A4E6365AF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02" y="592558"/>
            <a:ext cx="8509325" cy="567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21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15547-6A62-0557-1288-5FB1B0D6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Xh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561C2D9-0D9A-D8CD-D648-77F1E4C14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39" y="575188"/>
            <a:ext cx="9001891" cy="600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3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267B8-D5F3-87C9-7301-2FC7C10F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Xc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657E33-6964-427F-5EDD-E23D0EF1B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773" y="211594"/>
            <a:ext cx="9421920" cy="628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3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7FD9385-22F2-8EDE-20D4-73E164D9D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71" y="3607947"/>
            <a:ext cx="6683477" cy="10326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AEBFF08-FF47-E7D1-2B9E-51C8D9B7747B}"/>
              </a:ext>
            </a:extLst>
          </p:cNvPr>
          <p:cNvSpPr txBox="1"/>
          <p:nvPr/>
        </p:nvSpPr>
        <p:spPr>
          <a:xfrm>
            <a:off x="2033894" y="5497515"/>
            <a:ext cx="8124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高相速度时</a:t>
            </a:r>
            <a:r>
              <a:rPr lang="en-US" altLang="zh-CN" sz="2400" b="1" dirty="0"/>
              <a:t>Dawson</a:t>
            </a:r>
            <a:r>
              <a:rPr lang="zh-CN" altLang="en-US" sz="2400" b="1" dirty="0"/>
              <a:t>积分趋于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，但</a:t>
            </a:r>
            <a:r>
              <a:rPr lang="en-US" altLang="zh-CN" sz="2400" b="1" dirty="0"/>
              <a:t>Fourier</a:t>
            </a:r>
            <a:r>
              <a:rPr lang="zh-CN" altLang="en-US" sz="2400" b="1" dirty="0"/>
              <a:t>模式为振荡积分！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FE3862C-34F2-11A6-9E65-FA4963596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23" y="604224"/>
            <a:ext cx="7595867" cy="28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2363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847</Words>
  <Application>Microsoft Office PowerPoint</Application>
  <PresentationFormat>宽屏</PresentationFormat>
  <Paragraphs>26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WPS</vt:lpstr>
      <vt:lpstr>光谱拟合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Xe</vt:lpstr>
      <vt:lpstr>Xh</vt:lpstr>
      <vt:lpstr>Xc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haohan yu</cp:lastModifiedBy>
  <cp:revision>4</cp:revision>
  <dcterms:created xsi:type="dcterms:W3CDTF">2023-08-09T12:44:00Z</dcterms:created>
  <dcterms:modified xsi:type="dcterms:W3CDTF">2026-09-09T08:37:15Z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