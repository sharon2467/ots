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0B80E4-E44E-41CD-94CC-13CC5D3CE5B6}" v="1" dt="2026-09-23T08:23:53.7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-132" y="-2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ohan yu" userId="d72680ed762d024a" providerId="LiveId" clId="{2D1876A4-4DA7-4B08-BD2D-83EA0E7CF0B9}"/>
    <pc:docChg chg="custSel addSld modSld">
      <pc:chgData name="haohan yu" userId="d72680ed762d024a" providerId="LiveId" clId="{2D1876A4-4DA7-4B08-BD2D-83EA0E7CF0B9}" dt="2026-09-23T09:31:54.130" v="331" actId="1076"/>
      <pc:docMkLst>
        <pc:docMk/>
      </pc:docMkLst>
      <pc:sldChg chg="modSp new mod">
        <pc:chgData name="haohan yu" userId="d72680ed762d024a" providerId="LiveId" clId="{2D1876A4-4DA7-4B08-BD2D-83EA0E7CF0B9}" dt="2026-09-23T02:52:50.157" v="12" actId="20577"/>
        <pc:sldMkLst>
          <pc:docMk/>
          <pc:sldMk cId="4007908484" sldId="256"/>
        </pc:sldMkLst>
        <pc:spChg chg="mod">
          <ac:chgData name="haohan yu" userId="d72680ed762d024a" providerId="LiveId" clId="{2D1876A4-4DA7-4B08-BD2D-83EA0E7CF0B9}" dt="2026-09-23T02:52:50.157" v="12" actId="20577"/>
          <ac:spMkLst>
            <pc:docMk/>
            <pc:sldMk cId="4007908484" sldId="256"/>
            <ac:spMk id="2" creationId="{44EA0690-BB66-E4E9-CE16-436F9F59786B}"/>
          </ac:spMkLst>
        </pc:spChg>
      </pc:sldChg>
      <pc:sldChg chg="addSp delSp modSp new mod">
        <pc:chgData name="haohan yu" userId="d72680ed762d024a" providerId="LiveId" clId="{2D1876A4-4DA7-4B08-BD2D-83EA0E7CF0B9}" dt="2026-09-23T08:23:53.736" v="326"/>
        <pc:sldMkLst>
          <pc:docMk/>
          <pc:sldMk cId="3469953057" sldId="257"/>
        </pc:sldMkLst>
        <pc:spChg chg="del">
          <ac:chgData name="haohan yu" userId="d72680ed762d024a" providerId="LiveId" clId="{2D1876A4-4DA7-4B08-BD2D-83EA0E7CF0B9}" dt="2026-09-23T03:16:58.869" v="264"/>
          <ac:spMkLst>
            <pc:docMk/>
            <pc:sldMk cId="3469953057" sldId="257"/>
            <ac:spMk id="3" creationId="{9D81F0CB-CB08-D546-F525-3697E246AF99}"/>
          </ac:spMkLst>
        </pc:spChg>
        <pc:picChg chg="add del mod">
          <ac:chgData name="haohan yu" userId="d72680ed762d024a" providerId="LiveId" clId="{2D1876A4-4DA7-4B08-BD2D-83EA0E7CF0B9}" dt="2026-09-23T03:16:56.633" v="262" actId="478"/>
          <ac:picMkLst>
            <pc:docMk/>
            <pc:sldMk cId="3469953057" sldId="257"/>
            <ac:picMk id="4" creationId="{67BD2C54-879A-6AD5-11CF-0AECC188489A}"/>
          </ac:picMkLst>
        </pc:picChg>
        <pc:picChg chg="add mod ord">
          <ac:chgData name="haohan yu" userId="d72680ed762d024a" providerId="LiveId" clId="{2D1876A4-4DA7-4B08-BD2D-83EA0E7CF0B9}" dt="2026-09-23T03:17:06.777" v="267" actId="14100"/>
          <ac:picMkLst>
            <pc:docMk/>
            <pc:sldMk cId="3469953057" sldId="257"/>
            <ac:picMk id="6" creationId="{490ED553-803D-2A1C-1645-D45ACD5AE60D}"/>
          </ac:picMkLst>
        </pc:picChg>
        <pc:inkChg chg="add">
          <ac:chgData name="haohan yu" userId="d72680ed762d024a" providerId="LiveId" clId="{2D1876A4-4DA7-4B08-BD2D-83EA0E7CF0B9}" dt="2026-09-23T08:23:53.736" v="326"/>
          <ac:inkMkLst>
            <pc:docMk/>
            <pc:sldMk cId="3469953057" sldId="257"/>
            <ac:inkMk id="3" creationId="{02B5BA73-884B-1793-8089-F1A6B140C6BF}"/>
          </ac:inkMkLst>
        </pc:inkChg>
      </pc:sldChg>
      <pc:sldChg chg="addSp modSp new mod">
        <pc:chgData name="haohan yu" userId="d72680ed762d024a" providerId="LiveId" clId="{2D1876A4-4DA7-4B08-BD2D-83EA0E7CF0B9}" dt="2026-09-23T02:55:05.689" v="27" actId="1076"/>
        <pc:sldMkLst>
          <pc:docMk/>
          <pc:sldMk cId="2785386877" sldId="258"/>
        </pc:sldMkLst>
        <pc:picChg chg="add mod">
          <ac:chgData name="haohan yu" userId="d72680ed762d024a" providerId="LiveId" clId="{2D1876A4-4DA7-4B08-BD2D-83EA0E7CF0B9}" dt="2026-09-23T02:55:05.689" v="27" actId="1076"/>
          <ac:picMkLst>
            <pc:docMk/>
            <pc:sldMk cId="2785386877" sldId="258"/>
            <ac:picMk id="4" creationId="{CD0DAAD4-18BE-59FE-80E2-B1005928E38C}"/>
          </ac:picMkLst>
        </pc:picChg>
      </pc:sldChg>
      <pc:sldChg chg="addSp delSp modSp new mod">
        <pc:chgData name="haohan yu" userId="d72680ed762d024a" providerId="LiveId" clId="{2D1876A4-4DA7-4B08-BD2D-83EA0E7CF0B9}" dt="2026-09-23T08:54:14.945" v="328" actId="1076"/>
        <pc:sldMkLst>
          <pc:docMk/>
          <pc:sldMk cId="967791318" sldId="259"/>
        </pc:sldMkLst>
        <pc:spChg chg="del">
          <ac:chgData name="haohan yu" userId="d72680ed762d024a" providerId="LiveId" clId="{2D1876A4-4DA7-4B08-BD2D-83EA0E7CF0B9}" dt="2026-09-23T02:55:51.075" v="30"/>
          <ac:spMkLst>
            <pc:docMk/>
            <pc:sldMk cId="967791318" sldId="259"/>
            <ac:spMk id="3" creationId="{8E86AC5B-2F0D-2A52-9CFE-549342F1B659}"/>
          </ac:spMkLst>
        </pc:spChg>
        <pc:spChg chg="add del mod">
          <ac:chgData name="haohan yu" userId="d72680ed762d024a" providerId="LiveId" clId="{2D1876A4-4DA7-4B08-BD2D-83EA0E7CF0B9}" dt="2026-09-23T03:18:06.143" v="270"/>
          <ac:spMkLst>
            <pc:docMk/>
            <pc:sldMk cId="967791318" sldId="259"/>
            <ac:spMk id="7" creationId="{0B4BAC22-6FFA-7CAA-279B-1E9586A0EC7B}"/>
          </ac:spMkLst>
        </pc:spChg>
        <pc:picChg chg="add del mod ord">
          <ac:chgData name="haohan yu" userId="d72680ed762d024a" providerId="LiveId" clId="{2D1876A4-4DA7-4B08-BD2D-83EA0E7CF0B9}" dt="2026-09-23T03:18:05.645" v="268" actId="478"/>
          <ac:picMkLst>
            <pc:docMk/>
            <pc:sldMk cId="967791318" sldId="259"/>
            <ac:picMk id="5" creationId="{6EFE3E26-E011-E1A5-1427-82EE9FD39F92}"/>
          </ac:picMkLst>
        </pc:picChg>
        <pc:picChg chg="add mod ord">
          <ac:chgData name="haohan yu" userId="d72680ed762d024a" providerId="LiveId" clId="{2D1876A4-4DA7-4B08-BD2D-83EA0E7CF0B9}" dt="2026-09-23T08:54:12.962" v="327" actId="1076"/>
          <ac:picMkLst>
            <pc:docMk/>
            <pc:sldMk cId="967791318" sldId="259"/>
            <ac:picMk id="9" creationId="{42533FFA-301F-B609-1D22-6A34E226671F}"/>
          </ac:picMkLst>
        </pc:picChg>
        <pc:picChg chg="add mod">
          <ac:chgData name="haohan yu" userId="d72680ed762d024a" providerId="LiveId" clId="{2D1876A4-4DA7-4B08-BD2D-83EA0E7CF0B9}" dt="2026-09-23T08:54:14.945" v="328" actId="1076"/>
          <ac:picMkLst>
            <pc:docMk/>
            <pc:sldMk cId="967791318" sldId="259"/>
            <ac:picMk id="11" creationId="{1B19633E-305C-DDD5-9C59-3C539748D4F8}"/>
          </ac:picMkLst>
        </pc:picChg>
      </pc:sldChg>
      <pc:sldChg chg="addSp delSp modSp new mod">
        <pc:chgData name="haohan yu" userId="d72680ed762d024a" providerId="LiveId" clId="{2D1876A4-4DA7-4B08-BD2D-83EA0E7CF0B9}" dt="2026-09-23T04:31:38.486" v="301" actId="1076"/>
        <pc:sldMkLst>
          <pc:docMk/>
          <pc:sldMk cId="638111129" sldId="260"/>
        </pc:sldMkLst>
        <pc:spChg chg="del">
          <ac:chgData name="haohan yu" userId="d72680ed762d024a" providerId="LiveId" clId="{2D1876A4-4DA7-4B08-BD2D-83EA0E7CF0B9}" dt="2026-09-23T02:57:04.510" v="36"/>
          <ac:spMkLst>
            <pc:docMk/>
            <pc:sldMk cId="638111129" sldId="260"/>
            <ac:spMk id="3" creationId="{9D9EC887-9059-9F84-D5B8-98C76BDAF222}"/>
          </ac:spMkLst>
        </pc:spChg>
        <pc:picChg chg="add mod ord">
          <ac:chgData name="haohan yu" userId="d72680ed762d024a" providerId="LiveId" clId="{2D1876A4-4DA7-4B08-BD2D-83EA0E7CF0B9}" dt="2026-09-23T04:31:35.622" v="300" actId="1076"/>
          <ac:picMkLst>
            <pc:docMk/>
            <pc:sldMk cId="638111129" sldId="260"/>
            <ac:picMk id="5" creationId="{9539E792-3648-861A-47D1-515B8B861940}"/>
          </ac:picMkLst>
        </pc:picChg>
        <pc:picChg chg="add mod">
          <ac:chgData name="haohan yu" userId="d72680ed762d024a" providerId="LiveId" clId="{2D1876A4-4DA7-4B08-BD2D-83EA0E7CF0B9}" dt="2026-09-23T04:31:38.486" v="301" actId="1076"/>
          <ac:picMkLst>
            <pc:docMk/>
            <pc:sldMk cId="638111129" sldId="260"/>
            <ac:picMk id="7" creationId="{B9289B5F-7661-950F-5EB6-6A1274745EB8}"/>
          </ac:picMkLst>
        </pc:picChg>
      </pc:sldChg>
      <pc:sldChg chg="addSp delSp modSp new mod">
        <pc:chgData name="haohan yu" userId="d72680ed762d024a" providerId="LiveId" clId="{2D1876A4-4DA7-4B08-BD2D-83EA0E7CF0B9}" dt="2026-09-23T04:34:59.796" v="325" actId="1076"/>
        <pc:sldMkLst>
          <pc:docMk/>
          <pc:sldMk cId="2835791537" sldId="261"/>
        </pc:sldMkLst>
        <pc:spChg chg="del">
          <ac:chgData name="haohan yu" userId="d72680ed762d024a" providerId="LiveId" clId="{2D1876A4-4DA7-4B08-BD2D-83EA0E7CF0B9}" dt="2026-09-23T02:59:55.278" v="42"/>
          <ac:spMkLst>
            <pc:docMk/>
            <pc:sldMk cId="2835791537" sldId="261"/>
            <ac:spMk id="3" creationId="{3651E7FA-0CD0-188F-E660-15E999D1F62D}"/>
          </ac:spMkLst>
        </pc:spChg>
        <pc:picChg chg="add mod ord">
          <ac:chgData name="haohan yu" userId="d72680ed762d024a" providerId="LiveId" clId="{2D1876A4-4DA7-4B08-BD2D-83EA0E7CF0B9}" dt="2026-09-23T04:34:59.796" v="325" actId="1076"/>
          <ac:picMkLst>
            <pc:docMk/>
            <pc:sldMk cId="2835791537" sldId="261"/>
            <ac:picMk id="5" creationId="{45E43A80-3057-2697-592D-D2A06D83464D}"/>
          </ac:picMkLst>
        </pc:picChg>
        <pc:picChg chg="add mod">
          <ac:chgData name="haohan yu" userId="d72680ed762d024a" providerId="LiveId" clId="{2D1876A4-4DA7-4B08-BD2D-83EA0E7CF0B9}" dt="2026-09-23T04:34:55.770" v="323" actId="1076"/>
          <ac:picMkLst>
            <pc:docMk/>
            <pc:sldMk cId="2835791537" sldId="261"/>
            <ac:picMk id="7" creationId="{80B5E343-45D8-154F-E95F-C59EE57D24C7}"/>
          </ac:picMkLst>
        </pc:picChg>
      </pc:sldChg>
      <pc:sldChg chg="addSp modSp new mod">
        <pc:chgData name="haohan yu" userId="d72680ed762d024a" providerId="LiveId" clId="{2D1876A4-4DA7-4B08-BD2D-83EA0E7CF0B9}" dt="2026-09-23T09:31:54.130" v="331" actId="1076"/>
        <pc:sldMkLst>
          <pc:docMk/>
          <pc:sldMk cId="2414902557" sldId="262"/>
        </pc:sldMkLst>
        <pc:spChg chg="mod">
          <ac:chgData name="haohan yu" userId="d72680ed762d024a" providerId="LiveId" clId="{2D1876A4-4DA7-4B08-BD2D-83EA0E7CF0B9}" dt="2026-09-23T03:04:49.949" v="253" actId="20577"/>
          <ac:spMkLst>
            <pc:docMk/>
            <pc:sldMk cId="2414902557" sldId="262"/>
            <ac:spMk id="3" creationId="{38BB04CD-AE8E-C2DA-0FA2-CA5E152D6DAF}"/>
          </ac:spMkLst>
        </pc:spChg>
        <pc:picChg chg="add mod">
          <ac:chgData name="haohan yu" userId="d72680ed762d024a" providerId="LiveId" clId="{2D1876A4-4DA7-4B08-BD2D-83EA0E7CF0B9}" dt="2026-09-23T03:05:49.620" v="261" actId="1076"/>
          <ac:picMkLst>
            <pc:docMk/>
            <pc:sldMk cId="2414902557" sldId="262"/>
            <ac:picMk id="5" creationId="{90755EB6-8DB9-8F45-48CF-2C47DEFB6EC6}"/>
          </ac:picMkLst>
        </pc:picChg>
        <pc:picChg chg="add mod">
          <ac:chgData name="haohan yu" userId="d72680ed762d024a" providerId="LiveId" clId="{2D1876A4-4DA7-4B08-BD2D-83EA0E7CF0B9}" dt="2026-09-23T09:31:54.130" v="331" actId="1076"/>
          <ac:picMkLst>
            <pc:docMk/>
            <pc:sldMk cId="2414902557" sldId="262"/>
            <ac:picMk id="7" creationId="{B9801B25-E968-0DCC-E4EA-B14BB57EB829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93.02325" units="1/cm"/>
          <inkml:channelProperty channel="Y" name="resolution" value="93.02325" units="1/cm"/>
          <inkml:channelProperty channel="T" name="resolution" value="1" units="1/dev"/>
        </inkml:channelProperties>
      </inkml:inkSource>
      <inkml:timestamp xml:id="ts0" timeString="2026-09-23T08:21:14.0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12562 13525 0,'22'-10'47,"41"-32"-15,22 10-17,84-63 1,43 10-1,-181 74-15,75-31 16,-53 42 0,-42 0-16,-1 0 15,33 21 1,-12 0 0,33 11-1,-11 0 1,0-11-1,-43-21-15,43 21 16,-42-21-16,74 64 16,10 20-1,-85-73 1,75 74-16,-43-22 31,-20-63-31,-12 21 16,1-10-1,-1 10 1,11 42 0,-21-52-16,32 63 15,-21-63-15,-11-1 0,21 64 16,11 11 0,-11-85-16,0 74 15,0 11 1,0-1-1,22 1 1,-43-74-16,10 73 16,11 12 15,-10-43-15,-11-43-16,0 22 15,0 63 1,0-21-1,0-63-15,0-1 0,0 43 16,0-42-16,0 42 16,0 0-1,0 31 1,0-73-16,0 10 0,11 32 16,-11-42-16,0 10 0,0 0 15,21 0-15,-21-10 0,0-1 0,0 1 0,10 42 16,-10 10-1,0-20 1,22 31 0,30 21-1,33 43 17,-74-128-32,52 64 15,-52-53 1,-1-21-16,-10 22 15,11-22 1,0 0 0,10 0-1,0 10-15,0-10 16,-10 0 0,20 0-1,-20 0-15,10 0 0,43-42 16,-43 31-16,-11 11 15,33-21-15,41-21 16,-73 42-16,10-11 16,11 1-16,-32-1 15,32-10-15,-32 0 16,10 21-16,11-22 16,-21 12-16,11-1 0,10-42 15,11-31 1,-11 73-16,-21 1 0,11-1 0,10-53 15,-11 43-15,-10 11 0,11-1 0,-11-10 0,32-53 16,-32 53-16,10 10 0,-10 1 0,11-65 16,-1 65-16,-10-11 0,0 10 0,0 1 0,0-1 15,0 0-15,0 1 0,0-1 0,0-10 0,11 10 0,-11 1 0,0-32 16,0 20-16,11 12 0,-11-1 0,0 1 16,0-1-16,0-10 0,21-11 0,-21 22 0,0-1 0,0 0 15,0 1-15,10-11 0,-10-1 0,0 12 0,0-1 0,0 1 0,0-22 0,11 21 16,-11 1-16,0-11 0,0-1 0,11 12 0,-11-1 0,0 1 0,0-11 0,0-1 15,0 12-15,0-11 0,0 10 0,10-31 0,-10 31 0,0 1 16,21-22-16,-10 11 0,-1-11 0,22-53 0,-32 53 0,11 11 16,-1 0-16,12 0 0,-1-85 0,-11 85 15,1 0-15,-11 0 0,0 10 0,32-63 0,-22 42 16,-10 11-16,11 0 0,-11 0 0,10 10 0,-10-52 16,22 31-16,-22 11 0,0 10 0,10-21 0,-10 1 0,11-43 15,-1 52-15,-10-9 0,32-86 16,-21 96-16,-11-11 0,42-95 15,-31 106-15,-11-11 0,52-84 16,-41 95-16,42-96 16,-42 86-16,31-54 15,-42 74-15,21 1 0,-10-1 0,20-42 16,-31 43-16,11-1 0,21-10 16,-11 0-1,-11 21-15,1-21 16,0 21-1,-1 0 1,11-11 0,1 11-1,9 0 1,-20 0-16,105 21 31,-105-21-31,74 0 16,10 21-1,-42-10 1,0 0 0,-53-1-16,63 22 15,11 0 1,-63-32-16,10 21 16,0 11-1,32-1 1,-32 1-1,11 0 1,-21-11 0,-1-21-1,-10 11 1,21 10-16,0 42 31,-21-52-31,43 73 16,-11 54-1,-32-127-15,31 73 16,-10 12 0,1-12-1,-22-73-15,21 95 16,-21-1 0,32 1-1,-32-95-15,10 95 16,1 0-1,-1 10 1,1 11 0,10 11-1,-21-107-15,11 117 32,10 1-17,-21-118-15,10 107 16,-10-106-16,0 105 15,0-126-15,0 21 0,0 116 16,0 21 0,0-158-16,0 20 0,0 96 15,0 64 1,0-22 0,0 1-1,0-149-15,22-826 16,-12 1948-1,1-952 1,31 42 0,-21-32-1,0-53 17,-21-116-32,22 84 15,-22-105-15,31 95 16,-10-22-1,-10-73-15,-11-1 0,21 65 16,11 9 0,-21-84-16,-11 11 0,21 52 15,21 22 1,-10 0 0,10 10-1,-42-85-15,53 65 16,-42-65-16,10 22 15,0-22 1,-10-10 0,-1 11-1,11-11 1,-10 0 0,95-11-1,-96 11-15,117-10 16,21-1-1,-137 11-15,63-10 16,-63-11-16,31-1 16,-31 22-16,52-53 15,11-21 1,21-10 0,22-22-1,-107 95-15,75-52 16,-32-22-1,11 0 1,-64 64-16,84-148 16,-10-22-1,-74 170 1,64-127-16,-1-32 31,-42 170-31,11-149 16,-32 148-16,43-147 15,-43 126-15,52-159 16,12-10 0,-64 169-16,53-169 15,-53 191-15,42-149 16,-31 0 0,-1 138-16,12-116 15,-12-54 1,1 170-16,-1-159 15,33-21 1,-43 180-16,21-11 0,21-169 16,11-32-1,-53 201 1,21 1-16,43-128 16,10-11-1,10 54 1,-84 95-16,75-64 15,-65 75-15,11-1 0,43-95 16,42 11 0,-96 74-16,43-53 15,53-11 1,-11 22 0,-42 31-1,-32 32-15,11-21 16,-21 21-1,-1 0 1,1 0 0,-1-22-1,12 22 17,-1 11-17,21 31 1,0 1-1,-42-33-15,22 22 16,30 32 0,-52-54-16,53 75 15,74 116 1,-31-11 0,-33-20-1,-52-139-15,63 160 16,-11-22-1,1 1 1,-64-160-16,42 128 16,0-1-1,11 43 17,11 11-17,31 31 1,-10-42-1,21-11 1,-1-10 0,-94-148-16,74 94 15,-32-52 1,-22-42 0,-9 0-1,-12-1-15,43-10 16,-42 0-16,84-10 15,-85-1-15,96-21 16,-95 22-16,95-33 16,42-84-1,-116 117 1,42-75 0,-64 53-16,-10 22 0,74-64 15,-74 63-15,64-74 16,31-31-1,-95 84-15,74-105 16,0-22 0,-74 138-16,74-1101 15,22 1894 1,-22-909 0,-32 31-1,-42 85-15,21-43 16,0-41-1,22 9 1,-33 86-16,33-96 16,-12-21-1,1 0 17,21 32-17,11-11 1,20 32-1,-84 63-15,85-52 16,-22 31 0,11 0-1,22 22 1,20-12 0,32 1-1,-137 21-15,158-21 16,-31 21-1,-117 0-15,95 0 16,-94 0-16,200 0 16,21 0 15,202 32 0,-297 0-15,-138-32-16,54 10 15,-53-10-15,41 11 16,-9-1 0,-33-10-16,12 0 0,20 11 15,11-1 1,-43 1-16,22 10 16,10-10-1,-10-1 1,-21-10-1,-1 0 1,1 0 15</inkml:trace>
  <inkml:trace contextRef="#ctx0" brushRef="#br0" timeOffset="4815.91">11832 18108 0,'42'32'31,"33"-11"-15,-54-21-16,95 0 15,-105 0-15,31 0 0,233 21 16,413 64 0,497 116-1,149 21 1,-202-63 0,-983-138-16,845 106 15,-856-106-15,1026 85 16,-53-85-1,-973-21-15,867 0 16,-285 0 0,-307 0-1,-53 0 17,-265 11-17,-74-11 1,-21 10-1,11-10 1</inkml:trace>
  <inkml:trace contextRef="#ctx0" brushRef="#br0" timeOffset="5916.12">22109 17854 0,'10'42'47,"43"32"-31,21 32 0,53 11-1,0-22 1,64 11-1,-160-96-15,96 86 16,0-12 0,-74-10-1,74 96 17,0-43-17,-63-64 1,-54-52-1,1-1 17,-53-10-17,31 0-15,-127 22 16,-105 52 0,211-74-16,-476 95 15,-63 21 1,200-52-1,361-64-15,-33 21 16</inkml:trace>
  <inkml:trace contextRef="#ctx0" brushRef="#br0" timeOffset="6416.99">24426 17896 0,'64'0'31,"20"22"-16,22 41 1,64 75 0,-149-117-16,106 127 15,10 95 1,-115-211-16,20 127 16,-21-149-16,-21 54 15,0-43 1,0-10-1</inkml:trace>
  <inkml:trace contextRef="#ctx0" brushRef="#br0" timeOffset="6734.68">25178 18034 0,'0'0'0,"-43"21"16,-62 21 0,-65 43-1,-10 21 1,11 21-1,148-95-15,-138 126 16,74-52 0,54-85-1,31-10 1,-11-11 0</inkml:trace>
  <inkml:trace contextRef="#ctx0" brushRef="#br0" timeOffset="12116.6">12996 13282 0,'11'0'110,"10"0"-79,-21 11 32,0-1-48,-11 11 1,-20 11-1,20-21 1,1-11 0,-1 10-1,0-10 1,-10-31 0,21-1-1,0-963 1,0 1947-1,11-973 1,21 11 0,10-11-1,-10 10 17,-22 11-32,11 0 31,-21 11-31,0-1 0,11 54 15,-11-54-15,0 43 16,-21-21 0,0-11-1,-22 11 1,22-995 0,0 1936-1,10-1946 1,-10 1946-1,11-994-15,-1-21 16,11-53 0,0 31-1,0 43 1,11 21 15,-11-11-15,31 54-1,-31-33-15,32 64 16,-21-10 0,-1-64-16,-10 10 15,0 1 1,0 0 15,-10-107 16,10 65-31,0-1-1,0 21 32,0 32-16,21 32-15,0 0 0,-10-32-1,-11-10 1,0-22 31,0-41-32,0 30 1,0 12 0,0 20 31,21 75-32,-21-21 1,-11-1-1,11-52 1,-10-1 0,-22-147 31,32-1-32</inkml:trace>
  <inkml:trace contextRef="#ctx0" brushRef="#br0" timeOffset="16284.03">24469 17452 0,'63'0'31,"85"0"-15,-137 0-16,148 0 15,21 0 1,-159 0-16,0 0 0,106 0 16,-11 10-1,-73 1 1,-33-11 15,1 0-15,-1 0-1</inkml:trace>
  <inkml:trace contextRef="#ctx0" brushRef="#br0" timeOffset="16683.18">25114 17124 0,'0'0'0,"0"10"16,11-10-16,-11 11 0,63 42 15,1-11 1,-54-21-16,1-10 16,0-11-16,10 21 15,42 43 1,-10 10 0,-32-11-1,-21-52-15,0 52 16,-31-20-1,-54-12 1,32-20 0</inkml:trace>
  <inkml:trace contextRef="#ctx0" brushRef="#br0" timeOffset="20649.96">16626 12742 0,'11'0'31,"0"0"-15,-1 11 31,11 10-32,-21 0 1,0 11-1,0-11 1,-10-21 0,-1 11-1,1-11 1,-12 0 15,12-11-15,-1-10-1</inkml:trace>
  <inkml:trace contextRef="#ctx0" brushRef="#br0" timeOffset="21666.08">16637 12753 0,'11'0'15,"-1"0"1,11 10-1,-21 1-15,0 0 16,0-1 0,0 11 15,-10-21 47,-43-63-62,42-11-1,22 10 1,-11 54 15,10-1-15,1 11-1,10 11 1,21 63 0,-31-64-16,21 54 15,-11-22 1,-10-10 0,-11-11-1,-22-21 1,22 11-1,-10-11 1,-11 10 0,-1-10-1,-9-21 17,31 11-32,-11-22 15,11 11 1,0 10-1,21 11-15,-21-11 16,11 11 0,-1 53-1,-10 11 1,0 10 0,-10-42-1,-11-32 1,10 10-1,-10-84 17,21-10-17,11 31 1,-1 42 15,11 11-15,-10-11-1,-1 11 17,-10 22-1,0-12-15,0 11-16,0-10 31,43-11-16,52-64 1</inkml:trace>
  <inkml:trace contextRef="#ctx0" brushRef="#br0" timeOffset="23267.52">20204 13515 0,'0'0'0,"10"0"16,1 0-1,-1 0 16,11 32 1,1-1-17,-22-20 1,10 10 0,1 32-1,-1-32 1,-10-10-1,-10-11 1,-33 0 0,1-21-1,-11-1 1,32-9 0,10 20-1,11-74 1,75 11-1,-75 64-15,42-22 16,-10 21 0,-22 1-1,1 20 1,-1 54 15,-10-11-15,-10-43-16,-22 33 15,0-11 1,32-22 15,-10-10-15,-1 0 0,11-10-1,0-1 1,0 22 62,0-1-47,21-10-15,-10 0-16,-1 0 0</inkml:trace>
  <inkml:trace contextRef="#ctx0" brushRef="#br0" timeOffset="24133.07">24151 13536 0,'32'0'31,"-11"11"-16,-10-1 1,10-10 0,-11 21-1,1 53 1,-11 1 15,-11-65-15,-10 1-1,21-1 17,-21-10-17,-11-74 1,32 64-16,11-75 16,52 0-1,-41 64 1</inkml:trace>
  <inkml:trace contextRef="#ctx0" brushRef="#br0" timeOffset="24754.16">24289 13451 0,'10'-21'16,"-10"95"0,0 64-1,-10-11 17,10-95-32,-43 52 15,-20-52 1,21-11-1,20-21 1,12-10 0,-1 10-16,-10-74 15,21 63-15,-21 0 0,21-105 16,21 42 0,-21 63-16,11 11 15,-1-10 1,1 10-1,10 42 1,-21-31-16,0-1 16,21 1-1,-21-1 32,0-20 16,21 20-16,-10 1-32,-11 10 16,-11 21-15,11-31-16,-31 42 16,20-42-1,11-1 32,0-20-31,0-1-16</inkml:trace>
  <inkml:trace contextRef="#ctx0" brushRef="#br0" timeOffset="34683.99">12922 14002 0,'11'-21'62,"21"10"-46,-1-10-1,12 10 1,-33 11-16,11-10 16,22-1-1,-22 11 1,11 0 15,21 11-15,-53-1-16,84 43 15,-73-42-15,63 42 16,0 0 0,-74-43-16,53 43 15,10 21 1,1 0 0,-64-53-16,42 64 15,1 31 1,-22-20-1,0-12 1,-21-73-16,10 74 16,1 31-1,21 32 17,-11-10-17,11-43 1,-32-84-16,0 42 15,21-22 1,-21 1 0,0 10-1,0 1 1,-11-12 0,11-20-1,0 0-15,0-1 31</inkml:trace>
  <inkml:trace contextRef="#ctx0" brushRef="#br0" timeOffset="35199.49">13568 15346 0,'10'10'16,"54"33"15,-11 31-15,10-32-1,1 22 1,-22-11 0,-42-43-16,11 1 15,20 10 1,-31-11 0,11-10-1,0 11 1,10-43-1,11-63 1,10-64 0,-10 85-1</inkml:trace>
  <inkml:trace contextRef="#ctx0" brushRef="#br0" timeOffset="37100.03">14679 15896 0,'11'0'16,"31"0"0,0 0-1,1 0 1,-12 11 0,-9 20-1,-1 1 1,-11 21-1,-10-21 1,-21-11 0,11 11-1,-22-22 17,11-10-17,-43-10 1,54-11-16,-43-32 15,53 42-15,-32-95 16,32-10 0,0 105-16,21-73 15,21 20 1,-31 64 15,21 42-15,-22 43-1,1 0 1,-11-43 0,-21 0 15,10-31-31,1 0 31,-1-11-15,11 10-1,-21-10 1,10-53 0,11 22-1,21-1 1,-10 11 0,0 21-1,-1 31 1,1 12-1,-11-33-15,0 54 16,-21-11 0,21-43-1,-11-10 1,11 11 15,0-32-15,0-85-1,74-11 1,-32 65 0,-31 41-1,0 11 1,10 53 0,-32-11-1,1-31-15,-1 42 16,-10-22-1,0 1 1,-11-21 0,21-1 15,1-94 0,10-1-15,0 64-1,0 106 32,0-43-31,0 32 0,0-53-1,-11 0 1,11-10 15,0-96-15,0 64-16,0-42 15,0 41 17,0 12-17,0 42 32,0-22 0</inkml:trace>
  <inkml:trace contextRef="#ctx0" brushRef="#br0" timeOffset="39099.94">17208 12382 0,'117'106'31,"-32"-10"-16,-75-96-15,64 84 16,0 1 0,-10 42-1,20 116 1,-9 64 15,-12-63-15,-21-96-1,-42-127 1,0-10 0,0-1 15</inkml:trace>
  <inkml:trace contextRef="#ctx0" brushRef="#br0" timeOffset="39483.49">17653 13663 0,'0'21'15,"74"53"1,-74-63-16,53 42 16,10-11-1,1 11 1,-64-42-16,42 31 15,-10-10 1,-21-22 15,31-84 1,-42 42-32,95-116 0</inkml:trace>
  <inkml:trace contextRef="#ctx0" brushRef="#br0" timeOffset="40099.93">20373 12647 0,'-64'21'31,"-41"117"-15,20-64-1,-10 32 17,-64 52-17,42 1 1,107-127-16,-96 106 15,21-22 1,54-63 0,31-43-1,-11-10 1</inkml:trace>
  <inkml:trace contextRef="#ctx0" brushRef="#br0" timeOffset="40500.33">19431 13324 0,'0'11'15,"0"-22"-15,0 43 16,0-21-16,0 42 16,-11 31-1,11-73-15,-10-1 0,-11 54 16,10 10 0,11-63-16,0 20 15,0-9 1,0-1-1,42-11 17,54 1-17,-86-22-15,107-52 16,-107 42 0,1 21-16,84-64 15,-84 43-15</inkml:trace>
  <inkml:trace contextRef="#ctx0" brushRef="#br0" timeOffset="41900.25">18087 18256 0,'21'-10'47,"-10"-1"-31,-1 11-16,1-11 15,10 11 1,-21-21 0,21 42-1,-21-10-15,0 21 16,-10 10 0,-33 0-1,1-10 1,21-21-1,10-1 1,1-10 0,-1-105-1,11-12 1,11 107 0,31-75-1,-21 64 1,-10 42 15,-11 42-15,0-41-16,-43 83 15,12-20 1,31-74-16,-22 31 16,12-42-16,10 11 15,-21-1 1,52-95 15,75-94-15,-106 168-16,11 0 15,-1 1 1,1 10 15,-11 63-15,0 11-1,-53-10 1,32-32 0,10-22-1,1 1 1,-1-22 0,11 1-16,0-107 15,0 11 1,11 96-16</inkml:trace>
  <inkml:trace contextRef="#ctx0" brushRef="#br0" timeOffset="42699.86">24500 13134 0,'0'0'0,"0"10"15,-10-10 1,-1 0-1,-63 43 1,-85 41 0,138-73-16,-180 84 15,-116 1 1,73 9 0,85-41-1,149-54-15,-64 33 16,63-33-1,1-10 17</inkml:trace>
  <inkml:trace contextRef="#ctx0" brushRef="#br0" timeOffset="43051.24">23167 13398 0,'-21'64'15,"-32"95"1,42-149-16,-95 170 16,11-32-1,-11-10 17,96-127-32,-33 63 15,22-43 1,11-20-1,31 0 1,21-11-16</inkml:trace>
  <inkml:trace contextRef="#ctx0" brushRef="#br0" timeOffset="44716.63">22468 15917 0,'0'32'31,"32"-11"1,-32-10-17,21 21 1,-21-1-1,0 22 1,0-42 0,0-1-16,-10 1 31,-22 0-15,21-11-1,1 0 16,20 0 63,12 0-78,-12-11 15,-52 22 47,21-1-62,10-20-1,-21-75 1,32 74-16,-10-52 16,10 52-16,31 1 15,-31-1 17,11 11-32,10 0 31,-10 32-16,-11-22-15,0 96 16,-32-21 0,32-75-16,-42 33 15,21-22 1,10 0 0,0-21-1,11-10 1,0-86-1,32 12 1,0 52 0,-32 21-1,10 11 17,1 0-32,0 96 15,-1 31 1,-10-22-1,0-94-15,-32 52 16,22-52 0,-11 0 15,21-54-15,0 22-16,-11-180 15,43 42 1,-22 149-1,-10-1 1,22 32 0,-22 85-1,0-95 1,0 95 0,-22-54-1,22-20 1,-10-32-1,10 11 1,0-54 0,0 33-16,-11-128 15,11 107 1,0 9 0,11 75 15,-11-32-16,10 1 1,-10-12 15</inkml:trace>
  <inkml:trace contextRef="#ctx0" brushRef="#br0" timeOffset="47883.84">14732 16489 0,'-11'0'31,"22"0"32,74-11-32,-32 11-15,-11 0-1,0 0 1,-31 21 0,-1-21-1,1-973 17</inkml:trace>
  <inkml:trace contextRef="#ctx0" brushRef="#br0" timeOffset="49767.31">14922 15568 0,'-10'0'63,"-11"0"-48,-11 11 1,-10-1-1,42 1-15,-53 10 16,-11-21 0,22 21-1,31-21-15,-10 0 16,0 11 0,10-11-1,1 0 1,-1 0 15,11 21 16,0-11-31,0 75-1,21 42 1,-21-116-16,0 116 15,0 63 1,0-179-16,0 200 16,0-179-16,0-11 0,0 149 15,0 20 1,0-179-16,0 10 16,0 0-1,0-10 16,11-11 94</inkml:trace>
  <inkml:trace contextRef="#ctx0" brushRef="#br0" timeOffset="51334.26">17515 17410 0,'11'52'31,"10"23"-15,21 30-1,-31-9 1,-11-86-16,0 107 16,11 41-1,-1 54 17,11-180-32,-10 116 15,21-21 1,-32-106-16,31 64 15,-9-32 1,-1-22 0,-11-20-1,22 21 1,-21-32-16,10 10 16,32 12-1,-43-22-15,1 10 0,21 11 16,-32 0-16,53 1 15,-11-1 1,21 0 0,33-21-1,-86 0 1,107 0 0,-11-21-1,-106 10-15,31 1 16,-10-1-1,-10 11 1,0-21 0,-1 21-1,1-11 1,-11-10 0,10-53-1,-10 63-15,0-126 16,-42-117-1,10-64 1,22 276-16,-33-254 16,22 264-16,0-180 15,0 85 1,21 117 0,-11 10-16,11-32 15,-10 11 1,10 10 15,-11 1 0,-10 10-15,10-11 0,-20 11-1,-1 0 1,0 0-1,-10 11 1,-64-1 0,-21-10-1,-11 21 17,117-21-32,-74 0 15,63-963 1,22 1937-1,-1-974 17</inkml:trace>
  <inkml:trace contextRef="#ctx0" brushRef="#br0" timeOffset="52800.11">22013 15568 0,'32'74'63,"-11"21"-48,0 43 1,11 74-1,-32-181-15,11 192 16,31-43 0,-42-149-16,32 65 15,-11-54 1,-21-32 0,11-10-1,-11 11 1,10-11-1,22 0 1,0 0 0,-22 0-16,22 0 15,-21 0 1,10 0 0,0 0-16,21 0 15,1 0 1,-1 0-1,0 0 1,1-11 0,-22 11-1,21-21 1,-21 0 0,-10 11-1,-1-22 1,-10-11-1,0-62 1,-42-128 0,0 11-1,-1 10 1,43 191-16,0-96 31,0 64-15,0 11-1,0 31 1,0 1 15,-10 10 1,-1 0-1,-31 0-16,31 0-15,-31 0 16,-32-11 0,0 11-1,10 0 1,-10 0 15,21 0-15,0 11-1,11-11 1,21 0 0</inkml:trace>
  <inkml:trace contextRef="#ctx0" brushRef="#br0" timeOffset="60349.25">17632 17230 0,'-21'0'79,"-1"10"-64,1 1 1,-21-1-1,31 1 1,1-11 0,10 21-1,-11-21 1,11 21 93,11 22-77,-1-12-17,-10-20 16,0 10-15,0-10 0,0-1-1,0 11-15,0-10 16</inkml:trace>
  <inkml:trace contextRef="#ctx0" brushRef="#br0" timeOffset="62900.22">13959 15907 0,'11'0'63,"74"0"-48,-75 0-15,85 0 16,32 0-1,11 0 1,-127 0-16,126 0 16,1 0-1,-1 0 17,-63-11-17,-21 11 1,0 0-1,11-10 1,-32 10 0,-1 0-1,12 0 1,-12 0 0,22 0-1,-21 0 1,0 0-1,-22 0-15,1 0 16,10 0 0,21 0-1,-10 0 17,0 0-17,0 0 1,-11 0-1,0 0 1,-10 0 15,-11 21 32</inkml:trace>
  <inkml:trace contextRef="#ctx0" brushRef="#br0" timeOffset="64284.1">17177 18309 0,'0'0'0,"-11"0"31,75-32 0,10 32-15,10-973 0,107 1968-1,10-943 1,53 1 15,-21-10-15,-43-33-1,-158-10-15,106 0 16,-33 0 0,-83 0-16,126 0 15,-127 0-15,138 0 16,-64 0 0,-63 0-1,-22 11 1,11-11-1,-10 0 17</inkml:trace>
  <inkml:trace contextRef="#ctx0" brushRef="#br0" timeOffset="65400.05">21759 16256 0,'-10'0'16,"10"11"-1,10-11 17,22 0-17,-21 0-15,52 0 16,64 0-1,74 0 1,-180 0-16,255 42 16,-12-10-1,-243-11 1,159 0-16,-32 0 31,-84-10-15,-11-11-1,-43 0-15,75 0 16,0 0 0,-75 0-16,64 0 15,-63 0-15,10 0 16,-10 0 0,-1 0 15</inkml:trace>
  <inkml:trace contextRef="#ctx0" brushRef="#br0" timeOffset="67733.85">17547 18478 0,'32'0'47,"31"0"-32,43-31 1,-95 31 0,105-32-1,22 21 1,-106 11-16,105-10 15,128-1 1,-234-10-16,107 21 16,-117 0-16,96 0 15,20 11 1,-31-11 0,0 10-1,-74-10-15,73 0 16,-30 0-1,-44 0 1,1 0 0,-21 0 31</inkml:trace>
  <inkml:trace contextRef="#ctx0" brushRef="#br0" timeOffset="68882.94">21855 16383 0,'10'0'47,"1"0"-31,10-21-1,64 0 1,126 10-1,96 11 1,-286 0-16,276 0 16,-128 0-1,-116 0 1,-21 0 15,10 0-15,11 0-1,0 0 1,21 0 0,-11 0-1,33 0 1,-43 11 0,-43-11-16</inkml:trace>
  <inkml:trace contextRef="#ctx0" brushRef="#br0" timeOffset="69883.82">14002 16055 0,'31'0'94,"181"-42"-79,-191 42-15,276-64 16,73 22 0,43-1-1,-360 43 1,10-21-16,202 11 16,-244 10-16,64-11 15,-54 11 1,-20 0 15,10 0 0,-10 0-15,-1 0 0,43 0-1,21 0 1</inkml:trace>
  <inkml:trace contextRef="#ctx0" brushRef="#br0" timeOffset="72499.14">17865 17918 0,'0'-11'15,"42"-21"32,-31 11-31,10 0-1,42 0 1,22 21 0,0 0-1,-22 31 1,11 33-1,-10 21 1,-11 52 0,-43 1-1,-10 10 1,0-137 0,-42 94-1,-32-31 1,10-10-1,43-64-15,-42 32 16,-1-1 0,1-31-1,10-42 1,-74-170 0,116 170-16,-84-265 15,95 265-15,-64-265 16,54 85-1,10 211-15,-11 1 16,11-1 0,0 0 31</inkml:trace>
  <inkml:trace contextRef="#ctx0" brushRef="#br0" timeOffset="81533.23">17272 15219 0,'0'0'0,"0"10"78,0 33-63,0-33-15,21 22 0</inkml:trace>
  <inkml:trace contextRef="#ctx0" brushRef="#br0" timeOffset="81734.23">17399 15505 0,'0'31'15,"0"-62"-15,0 94 16,21-21-1,-10 1 1,10 20 0,11 11-1,-32-63-15,21 10 32,-11 0-32</inkml:trace>
  <inkml:trace contextRef="#ctx0" brushRef="#br0" timeOffset="81933.19">17653 16118 0,'0'22'15,"0"-44"-15,21 54 16,-10-21 15,-1-1-15,1 1-1,-1-1 1,1-10-16</inkml:trace>
  <inkml:trace contextRef="#ctx0" brushRef="#br0" timeOffset="82100.5">17875 16415 0,'21'21'16,"-42"-42"-16,53 74 15,-21-22 1,10-20 0,0-11-1,11 11 1,-11-11-16</inkml:trace>
  <inkml:trace contextRef="#ctx0" brushRef="#br0" timeOffset="82300.17">18214 16521 0,'10'0'15,"1"0"32,0 0-31,10 0-1,63-53 1,-73 42-16</inkml:trace>
  <inkml:trace contextRef="#ctx0" brushRef="#br0" timeOffset="82466.16">18521 16351 0,'10'0'0,"-20"0"0,42-21 15,-11 10 1,10-20 0,33-43-1,-22-11 1</inkml:trace>
  <inkml:trace contextRef="#ctx0" brushRef="#br0" timeOffset="82633.31">18859 15843 0,'0'-10'0,"11"-12"16,21-9 0,0-54-1,-11 53 1</inkml:trace>
  <inkml:trace contextRef="#ctx0" brushRef="#br0" timeOffset="82799.17">19124 15409 0,'0'-10'16,"0"20"-16,11-41 15,-11 20-15,21 11 0,0-21 16,-10-11 0</inkml:trace>
  <inkml:trace contextRef="#ctx0" brushRef="#br0" timeOffset="83067.88">19505 14965 0,'0'0'16,"11"-21"-1,20-1 1,12-9 0,-22 20-1</inkml:trace>
  <inkml:trace contextRef="#ctx0" brushRef="#br0" timeOffset="83270.49">19812 14721 0</inkml:trace>
  <inkml:trace contextRef="#ctx0" brushRef="#br0" timeOffset="86000.75">18087 16425 0,'21'0'47,"11"0"-31,-22 0 31,-20 32-16,-33-11-15,12-10-1,20-1 1,1-10 15,-12 0-15,22-10-1,22-22 1,9-10 0,-10 31-1,-10 11 1,10-10 0,0 10-1,-10 31 1,-11 12-1,0-1 1,0-21 0,-11-10-16,1-1 31,-33-20-15,43-11-16,-10-64 15,10 74-15,21-73 16,11 52-1,-32 21 1,21 11 0,0 21-1,-10 64 1,-11-74 0,-21 42-1,10-43 1,-10 1-1,-11-11 1,-10-53 0,42 42-16,-11-42 15,11 32-15,0 11 0,0-12 16,0 12 0,11 10 15,-1 10 0,1 12-15,-11 9-1,0-20 1,0 0 15</inkml:trace>
  <inkml:trace contextRef="#ctx0" brushRef="#br0" timeOffset="86132.94">18087 16394 0</inkml:trace>
  <inkml:trace contextRef="#ctx0" brushRef="#br0" timeOffset="92883.09">7493 6022 0,'212'-64'16,"-96"43"-1,22 0 1,-22 21-1,-95 0-15,0 0 16,1 0 0,20 42-1,-21 64 1,-21-85 0,0 117-1,0-22 1,0-105-16,0 10 0,-32 43 15,32-54-15,-21 64 16,0-10 0,-43-1-1,54-42-15,-64 32 16,-11 11 0,75-64-16,-1 0 15,-10 10 1,-11-10-1,-31-10 1,-43-54 0,10-10-1,86 64 1,-64-64-16,74 63 16,-11 0-16,-31-52 15,31 21 1,-10 31-1,21 0 1,-10-10 0,10 0-1,10-53 1,11-11 0,0 22-1,-10 52-15</inkml:trace>
  <inkml:trace contextRef="#ctx0" brushRef="#br0" timeOffset="131133.85">7588 5726 0,'-42'21'62,"10"0"-46,32-11 0,-42 1-1,10 10 1,0 0-1,1 11 1,9-11 0,12-10 15</inkml:trace>
  <inkml:trace contextRef="#ctx0" brushRef="#br0" timeOffset="131582.73">7250 5630 0,'31'21'46,"12"22"-30,10 41 0,-11-41-1,-10 20 17,-22-10-17,11-42 1,-21-1-1,11-10 17</inkml:trace>
  <inkml:trace contextRef="#ctx0" brushRef="#br0" timeOffset="135532.93">17706 15928 0,'10'0'63,"43"-21"-48,32-11 1,0 11 0,-11 21-1,-64 0-15,64 0 16,1 63-1,-23 22 1,-41-74-16,84 168 16,-21-41-1,-31-64 1,-33-63 0,1 31-1,-11 11 1,10 32-1,-10-75-15,0 96 16,-10 10 0,-1-73-1,-20-22 1,-22 21 0,53-31-16,-53-1 15,21 1 1,-10-11-1,-54-63 1,86 41-16,-128-158 16,11 1-1,32 20 1,95 138 0,-11-1-16,-10-83 15,21 9 1,0 54-1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EA0690-BB66-E4E9-CE16-436F9F5978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参数拟合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E560AFE-B300-0DD6-043F-C55807A8D6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908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9DD31D-EBFD-C3F3-2399-0D606C0DB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BB04CD-AE8E-C2DA-0FA2-CA5E152D6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圆柱金黑腔结果不好</a:t>
            </a:r>
            <a:endParaRPr lang="en-US" altLang="zh-CN" dirty="0"/>
          </a:p>
          <a:p>
            <a:r>
              <a:rPr lang="zh-CN" altLang="en-US" sz="2000" dirty="0"/>
              <a:t>可能来源于较大噪音，非</a:t>
            </a:r>
            <a:r>
              <a:rPr lang="en-US" altLang="zh-CN" sz="2000" dirty="0"/>
              <a:t>0</a:t>
            </a:r>
            <a:r>
              <a:rPr lang="zh-CN" altLang="en-US" sz="2000" dirty="0"/>
              <a:t>流速和</a:t>
            </a:r>
            <a:r>
              <a:rPr lang="en-US" altLang="zh-CN" sz="2000" dirty="0"/>
              <a:t>LARED</a:t>
            </a:r>
            <a:r>
              <a:rPr lang="zh-CN" altLang="en-US" sz="2000" dirty="0"/>
              <a:t>缺失</a:t>
            </a:r>
            <a:endParaRPr lang="en-US" altLang="zh-CN" sz="2000" dirty="0"/>
          </a:p>
          <a:p>
            <a:pPr marL="0" indent="0">
              <a:buNone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r>
              <a:rPr lang="zh-CN" altLang="en-US" dirty="0"/>
              <a:t>八面球体黑腔较为有效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0755EB6-8DB9-8F45-48CF-2C47DEFB6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2855" y="365125"/>
            <a:ext cx="4423623" cy="400172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9801B25-E968-0DCC-E4EA-B14BB57EB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17" y="4275701"/>
            <a:ext cx="7483506" cy="221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02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004892-295D-33BA-9536-24515C099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490ED553-803D-2A1C-1645-D45ACD5AE6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8910"/>
            <a:ext cx="12192000" cy="573741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02B5BA73-884B-1793-8089-F1A6B140C6BF}"/>
                  </a:ext>
                </a:extLst>
              </p14:cNvPr>
              <p14:cNvContentPartPr/>
              <p14:nvPr/>
            </p14:nvContentPartPr>
            <p14:xfrm>
              <a:off x="2610000" y="2026800"/>
              <a:ext cx="6945840" cy="496872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02B5BA73-884B-1793-8089-F1A6B140C6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00640" y="2017440"/>
                <a:ext cx="6964560" cy="498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9953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AF9C5C-405F-2BFC-2A15-EAEAD0E5B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E56F32-3968-6B7A-4347-3BD30E55C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Fig.11 对照">
            <a:extLst>
              <a:ext uri="{FF2B5EF4-FFF2-40B4-BE49-F238E27FC236}">
                <a16:creationId xmlns:a16="http://schemas.microsoft.com/office/drawing/2014/main" id="{CD0DAAD4-18BE-59FE-80E2-B1005928E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4" y="0"/>
            <a:ext cx="111442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386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3F9B00-3B9E-28F6-AA8F-6DB2CA8D2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42533FFA-301F-B609-1D22-6A34E22667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6" y="365125"/>
            <a:ext cx="6073382" cy="520575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B19633E-305C-DDD5-9C59-3C539748D4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483" y="365125"/>
            <a:ext cx="5801082" cy="535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791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E10FE9-D9C7-32A8-9E29-E0E99EB0A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539E792-3648-861A-47D1-515B8B8619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17" y="700709"/>
            <a:ext cx="6130448" cy="525467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9289B5F-7661-950F-5EB6-6A1274745E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565" y="589813"/>
            <a:ext cx="5932833" cy="547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111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DFDA15-8119-C205-3E3F-EE00F38B2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5E43A80-3057-2697-592D-D2A06D8346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53" y="766581"/>
            <a:ext cx="6033927" cy="517193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0B5E343-45D8-154F-E95F-C59EE57D24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772" y="654753"/>
            <a:ext cx="5845228" cy="539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791537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41</Words>
  <Application>Microsoft Office PowerPoint</Application>
  <PresentationFormat>宽屏</PresentationFormat>
  <Paragraphs>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Arial</vt:lpstr>
      <vt:lpstr>Calibri</vt:lpstr>
      <vt:lpstr>WPS</vt:lpstr>
      <vt:lpstr>参数拟合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</dc:creator>
  <cp:lastModifiedBy>haohan yu</cp:lastModifiedBy>
  <cp:revision>4</cp:revision>
  <dcterms:created xsi:type="dcterms:W3CDTF">2023-08-09T12:44:00Z</dcterms:created>
  <dcterms:modified xsi:type="dcterms:W3CDTF">2026-09-23T09:32:02Z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