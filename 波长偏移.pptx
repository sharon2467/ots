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8" r:id="rId13"/>
    <p:sldId id="25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72" y="1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ohan yu" userId="d72680ed762d024a" providerId="LiveId" clId="{2D1876A4-4DA7-4B08-BD2D-83EA0E7CF0B9}"/>
    <pc:docChg chg="custSel addSld modSld">
      <pc:chgData name="haohan yu" userId="d72680ed762d024a" providerId="LiveId" clId="{2D1876A4-4DA7-4B08-BD2D-83EA0E7CF0B9}" dt="2026-09-20T12:05:43.020" v="229" actId="14100"/>
      <pc:docMkLst>
        <pc:docMk/>
      </pc:docMkLst>
      <pc:sldChg chg="modSp new mod">
        <pc:chgData name="haohan yu" userId="d72680ed762d024a" providerId="LiveId" clId="{2D1876A4-4DA7-4B08-BD2D-83EA0E7CF0B9}" dt="2026-09-20T11:28:09.305" v="21" actId="20577"/>
        <pc:sldMkLst>
          <pc:docMk/>
          <pc:sldMk cId="3491114291" sldId="256"/>
        </pc:sldMkLst>
        <pc:spChg chg="mod">
          <ac:chgData name="haohan yu" userId="d72680ed762d024a" providerId="LiveId" clId="{2D1876A4-4DA7-4B08-BD2D-83EA0E7CF0B9}" dt="2026-09-20T11:28:09.305" v="21" actId="20577"/>
          <ac:spMkLst>
            <pc:docMk/>
            <pc:sldMk cId="3491114291" sldId="256"/>
            <ac:spMk id="2" creationId="{2505A7C2-85C6-21FA-F677-C8089E810F65}"/>
          </ac:spMkLst>
        </pc:spChg>
      </pc:sldChg>
      <pc:sldChg chg="addSp modSp new mod">
        <pc:chgData name="haohan yu" userId="d72680ed762d024a" providerId="LiveId" clId="{2D1876A4-4DA7-4B08-BD2D-83EA0E7CF0B9}" dt="2026-09-20T12:01:48.061" v="192" actId="1076"/>
        <pc:sldMkLst>
          <pc:docMk/>
          <pc:sldMk cId="4126849590" sldId="257"/>
        </pc:sldMkLst>
        <pc:picChg chg="add mod">
          <ac:chgData name="haohan yu" userId="d72680ed762d024a" providerId="LiveId" clId="{2D1876A4-4DA7-4B08-BD2D-83EA0E7CF0B9}" dt="2026-09-20T12:01:48.061" v="192" actId="1076"/>
          <ac:picMkLst>
            <pc:docMk/>
            <pc:sldMk cId="4126849590" sldId="257"/>
            <ac:picMk id="4" creationId="{F3417519-1A88-6291-A580-336774D16394}"/>
          </ac:picMkLst>
        </pc:picChg>
      </pc:sldChg>
      <pc:sldChg chg="addSp modSp new mod">
        <pc:chgData name="haohan yu" userId="d72680ed762d024a" providerId="LiveId" clId="{2D1876A4-4DA7-4B08-BD2D-83EA0E7CF0B9}" dt="2026-09-20T12:05:43.020" v="229" actId="14100"/>
        <pc:sldMkLst>
          <pc:docMk/>
          <pc:sldMk cId="1524564142" sldId="258"/>
        </pc:sldMkLst>
        <pc:picChg chg="add mod">
          <ac:chgData name="haohan yu" userId="d72680ed762d024a" providerId="LiveId" clId="{2D1876A4-4DA7-4B08-BD2D-83EA0E7CF0B9}" dt="2026-09-20T12:05:43.020" v="229" actId="14100"/>
          <ac:picMkLst>
            <pc:docMk/>
            <pc:sldMk cId="1524564142" sldId="258"/>
            <ac:picMk id="5" creationId="{703ACA0D-9DD6-A398-15D6-7A4115B93920}"/>
          </ac:picMkLst>
        </pc:picChg>
      </pc:sldChg>
      <pc:sldChg chg="addSp delSp modSp new mod">
        <pc:chgData name="haohan yu" userId="d72680ed762d024a" providerId="LiveId" clId="{2D1876A4-4DA7-4B08-BD2D-83EA0E7CF0B9}" dt="2026-09-20T12:03:01.867" v="196" actId="14100"/>
        <pc:sldMkLst>
          <pc:docMk/>
          <pc:sldMk cId="2160930169" sldId="259"/>
        </pc:sldMkLst>
        <pc:spChg chg="del">
          <ac:chgData name="haohan yu" userId="d72680ed762d024a" providerId="LiveId" clId="{2D1876A4-4DA7-4B08-BD2D-83EA0E7CF0B9}" dt="2026-09-20T11:34:41.794" v="33"/>
          <ac:spMkLst>
            <pc:docMk/>
            <pc:sldMk cId="2160930169" sldId="259"/>
            <ac:spMk id="3" creationId="{A91FD857-DCC2-B4F3-A80D-01283230ED15}"/>
          </ac:spMkLst>
        </pc:spChg>
        <pc:spChg chg="add del">
          <ac:chgData name="haohan yu" userId="d72680ed762d024a" providerId="LiveId" clId="{2D1876A4-4DA7-4B08-BD2D-83EA0E7CF0B9}" dt="2026-09-20T11:34:28.986" v="31" actId="478"/>
          <ac:spMkLst>
            <pc:docMk/>
            <pc:sldMk cId="2160930169" sldId="259"/>
            <ac:spMk id="5" creationId="{F581ABAE-0E98-280C-1FD8-BAB91D28C9F7}"/>
          </ac:spMkLst>
        </pc:spChg>
        <pc:picChg chg="add mod ord">
          <ac:chgData name="haohan yu" userId="d72680ed762d024a" providerId="LiveId" clId="{2D1876A4-4DA7-4B08-BD2D-83EA0E7CF0B9}" dt="2026-09-20T12:03:01.867" v="196" actId="14100"/>
          <ac:picMkLst>
            <pc:docMk/>
            <pc:sldMk cId="2160930169" sldId="259"/>
            <ac:picMk id="7" creationId="{BC76B646-1A8E-5474-2157-33BEEE8A58B5}"/>
          </ac:picMkLst>
        </pc:picChg>
      </pc:sldChg>
      <pc:sldChg chg="addSp delSp modSp new mod">
        <pc:chgData name="haohan yu" userId="d72680ed762d024a" providerId="LiveId" clId="{2D1876A4-4DA7-4B08-BD2D-83EA0E7CF0B9}" dt="2026-09-20T12:03:15.306" v="198" actId="14100"/>
        <pc:sldMkLst>
          <pc:docMk/>
          <pc:sldMk cId="1402836204" sldId="260"/>
        </pc:sldMkLst>
        <pc:spChg chg="del">
          <ac:chgData name="haohan yu" userId="d72680ed762d024a" providerId="LiveId" clId="{2D1876A4-4DA7-4B08-BD2D-83EA0E7CF0B9}" dt="2026-09-20T11:35:32.443" v="40"/>
          <ac:spMkLst>
            <pc:docMk/>
            <pc:sldMk cId="1402836204" sldId="260"/>
            <ac:spMk id="3" creationId="{A032530E-E920-E12B-AE52-284C64B4C427}"/>
          </ac:spMkLst>
        </pc:spChg>
        <pc:picChg chg="add mod ord">
          <ac:chgData name="haohan yu" userId="d72680ed762d024a" providerId="LiveId" clId="{2D1876A4-4DA7-4B08-BD2D-83EA0E7CF0B9}" dt="2026-09-20T12:03:15.306" v="198" actId="14100"/>
          <ac:picMkLst>
            <pc:docMk/>
            <pc:sldMk cId="1402836204" sldId="260"/>
            <ac:picMk id="5" creationId="{3EBFEC06-5BB1-93E9-97A9-44B9137E6E3F}"/>
          </ac:picMkLst>
        </pc:picChg>
      </pc:sldChg>
      <pc:sldChg chg="addSp modSp new mod">
        <pc:chgData name="haohan yu" userId="d72680ed762d024a" providerId="LiveId" clId="{2D1876A4-4DA7-4B08-BD2D-83EA0E7CF0B9}" dt="2026-09-20T12:03:26.880" v="201" actId="1076"/>
        <pc:sldMkLst>
          <pc:docMk/>
          <pc:sldMk cId="1190250125" sldId="261"/>
        </pc:sldMkLst>
        <pc:picChg chg="add mod">
          <ac:chgData name="haohan yu" userId="d72680ed762d024a" providerId="LiveId" clId="{2D1876A4-4DA7-4B08-BD2D-83EA0E7CF0B9}" dt="2026-09-20T12:03:26.880" v="201" actId="1076"/>
          <ac:picMkLst>
            <pc:docMk/>
            <pc:sldMk cId="1190250125" sldId="261"/>
            <ac:picMk id="4" creationId="{2FC3BBF9-8A80-EEAC-6A64-8C147981D13F}"/>
          </ac:picMkLst>
        </pc:picChg>
      </pc:sldChg>
      <pc:sldChg chg="addSp modSp new mod">
        <pc:chgData name="haohan yu" userId="d72680ed762d024a" providerId="LiveId" clId="{2D1876A4-4DA7-4B08-BD2D-83EA0E7CF0B9}" dt="2026-09-20T12:03:40.330" v="203" actId="14100"/>
        <pc:sldMkLst>
          <pc:docMk/>
          <pc:sldMk cId="3801316979" sldId="262"/>
        </pc:sldMkLst>
        <pc:picChg chg="add mod">
          <ac:chgData name="haohan yu" userId="d72680ed762d024a" providerId="LiveId" clId="{2D1876A4-4DA7-4B08-BD2D-83EA0E7CF0B9}" dt="2026-09-20T12:03:40.330" v="203" actId="14100"/>
          <ac:picMkLst>
            <pc:docMk/>
            <pc:sldMk cId="3801316979" sldId="262"/>
            <ac:picMk id="4" creationId="{C1B41850-3A52-B39D-F76D-019DE1EE3F7F}"/>
          </ac:picMkLst>
        </pc:picChg>
      </pc:sldChg>
      <pc:sldChg chg="addSp modSp new mod">
        <pc:chgData name="haohan yu" userId="d72680ed762d024a" providerId="LiveId" clId="{2D1876A4-4DA7-4B08-BD2D-83EA0E7CF0B9}" dt="2026-09-20T12:03:58.166" v="205" actId="14100"/>
        <pc:sldMkLst>
          <pc:docMk/>
          <pc:sldMk cId="1876479560" sldId="263"/>
        </pc:sldMkLst>
        <pc:picChg chg="add mod">
          <ac:chgData name="haohan yu" userId="d72680ed762d024a" providerId="LiveId" clId="{2D1876A4-4DA7-4B08-BD2D-83EA0E7CF0B9}" dt="2026-09-20T12:03:58.166" v="205" actId="14100"/>
          <ac:picMkLst>
            <pc:docMk/>
            <pc:sldMk cId="1876479560" sldId="263"/>
            <ac:picMk id="4" creationId="{A667E2E7-7DE2-F6ED-E7EC-92E30622E975}"/>
          </ac:picMkLst>
        </pc:picChg>
      </pc:sldChg>
      <pc:sldChg chg="addSp modSp new mod">
        <pc:chgData name="haohan yu" userId="d72680ed762d024a" providerId="LiveId" clId="{2D1876A4-4DA7-4B08-BD2D-83EA0E7CF0B9}" dt="2026-09-20T12:04:10.008" v="207" actId="14100"/>
        <pc:sldMkLst>
          <pc:docMk/>
          <pc:sldMk cId="2862029170" sldId="264"/>
        </pc:sldMkLst>
        <pc:picChg chg="add mod">
          <ac:chgData name="haohan yu" userId="d72680ed762d024a" providerId="LiveId" clId="{2D1876A4-4DA7-4B08-BD2D-83EA0E7CF0B9}" dt="2026-09-20T12:04:10.008" v="207" actId="14100"/>
          <ac:picMkLst>
            <pc:docMk/>
            <pc:sldMk cId="2862029170" sldId="264"/>
            <ac:picMk id="4" creationId="{E1BFB66C-B4CE-6E0D-C7DB-9F5BB122B938}"/>
          </ac:picMkLst>
        </pc:picChg>
      </pc:sldChg>
      <pc:sldChg chg="addSp delSp modSp new mod">
        <pc:chgData name="haohan yu" userId="d72680ed762d024a" providerId="LiveId" clId="{2D1876A4-4DA7-4B08-BD2D-83EA0E7CF0B9}" dt="2026-09-20T11:51:32.444" v="120" actId="14100"/>
        <pc:sldMkLst>
          <pc:docMk/>
          <pc:sldMk cId="3518289615" sldId="265"/>
        </pc:sldMkLst>
        <pc:spChg chg="del">
          <ac:chgData name="haohan yu" userId="d72680ed762d024a" providerId="LiveId" clId="{2D1876A4-4DA7-4B08-BD2D-83EA0E7CF0B9}" dt="2026-09-20T11:50:32.969" v="92"/>
          <ac:spMkLst>
            <pc:docMk/>
            <pc:sldMk cId="3518289615" sldId="265"/>
            <ac:spMk id="3" creationId="{5A618A97-51D0-4BE9-397C-CB1D35F96D78}"/>
          </ac:spMkLst>
        </pc:spChg>
        <pc:picChg chg="add mod ord">
          <ac:chgData name="haohan yu" userId="d72680ed762d024a" providerId="LiveId" clId="{2D1876A4-4DA7-4B08-BD2D-83EA0E7CF0B9}" dt="2026-09-20T11:51:32.444" v="120" actId="14100"/>
          <ac:picMkLst>
            <pc:docMk/>
            <pc:sldMk cId="3518289615" sldId="265"/>
            <ac:picMk id="5" creationId="{AB97C15C-7F87-1EBC-ED6F-0579CD18135B}"/>
          </ac:picMkLst>
        </pc:picChg>
        <pc:picChg chg="add mod">
          <ac:chgData name="haohan yu" userId="d72680ed762d024a" providerId="LiveId" clId="{2D1876A4-4DA7-4B08-BD2D-83EA0E7CF0B9}" dt="2026-09-20T11:51:23.295" v="117" actId="1076"/>
          <ac:picMkLst>
            <pc:docMk/>
            <pc:sldMk cId="3518289615" sldId="265"/>
            <ac:picMk id="7" creationId="{137D2936-29A4-4409-B6BE-34D05975DBC3}"/>
          </ac:picMkLst>
        </pc:picChg>
        <pc:picChg chg="add mod">
          <ac:chgData name="haohan yu" userId="d72680ed762d024a" providerId="LiveId" clId="{2D1876A4-4DA7-4B08-BD2D-83EA0E7CF0B9}" dt="2026-09-20T11:51:13.430" v="114" actId="14100"/>
          <ac:picMkLst>
            <pc:docMk/>
            <pc:sldMk cId="3518289615" sldId="265"/>
            <ac:picMk id="9" creationId="{5955654C-D940-3483-8C06-5C79A775835A}"/>
          </ac:picMkLst>
        </pc:picChg>
        <pc:picChg chg="add mod">
          <ac:chgData name="haohan yu" userId="d72680ed762d024a" providerId="LiveId" clId="{2D1876A4-4DA7-4B08-BD2D-83EA0E7CF0B9}" dt="2026-09-20T11:51:20.683" v="116" actId="14100"/>
          <ac:picMkLst>
            <pc:docMk/>
            <pc:sldMk cId="3518289615" sldId="265"/>
            <ac:picMk id="11" creationId="{105EBFB0-E181-247A-4E71-73C9E9C0F91D}"/>
          </ac:picMkLst>
        </pc:picChg>
      </pc:sldChg>
      <pc:sldChg chg="addSp delSp modSp new mod">
        <pc:chgData name="haohan yu" userId="d72680ed762d024a" providerId="LiveId" clId="{2D1876A4-4DA7-4B08-BD2D-83EA0E7CF0B9}" dt="2026-09-20T12:05:02.483" v="220" actId="14100"/>
        <pc:sldMkLst>
          <pc:docMk/>
          <pc:sldMk cId="2540274321" sldId="266"/>
        </pc:sldMkLst>
        <pc:spChg chg="del">
          <ac:chgData name="haohan yu" userId="d72680ed762d024a" providerId="LiveId" clId="{2D1876A4-4DA7-4B08-BD2D-83EA0E7CF0B9}" dt="2026-09-20T11:52:23.711" v="126"/>
          <ac:spMkLst>
            <pc:docMk/>
            <pc:sldMk cId="2540274321" sldId="266"/>
            <ac:spMk id="3" creationId="{5F41D884-4371-E82E-7936-826E76930EB6}"/>
          </ac:spMkLst>
        </pc:spChg>
        <pc:picChg chg="add mod ord">
          <ac:chgData name="haohan yu" userId="d72680ed762d024a" providerId="LiveId" clId="{2D1876A4-4DA7-4B08-BD2D-83EA0E7CF0B9}" dt="2026-09-20T12:05:02.483" v="220" actId="14100"/>
          <ac:picMkLst>
            <pc:docMk/>
            <pc:sldMk cId="2540274321" sldId="266"/>
            <ac:picMk id="5" creationId="{F79D25E9-5833-B542-AA2C-DF841C29E970}"/>
          </ac:picMkLst>
        </pc:picChg>
        <pc:picChg chg="add mod">
          <ac:chgData name="haohan yu" userId="d72680ed762d024a" providerId="LiveId" clId="{2D1876A4-4DA7-4B08-BD2D-83EA0E7CF0B9}" dt="2026-09-20T12:04:30.676" v="210" actId="14100"/>
          <ac:picMkLst>
            <pc:docMk/>
            <pc:sldMk cId="2540274321" sldId="266"/>
            <ac:picMk id="7" creationId="{47C13B56-93DB-FD8D-4973-484C11A25690}"/>
          </ac:picMkLst>
        </pc:picChg>
        <pc:picChg chg="add mod">
          <ac:chgData name="haohan yu" userId="d72680ed762d024a" providerId="LiveId" clId="{2D1876A4-4DA7-4B08-BD2D-83EA0E7CF0B9}" dt="2026-09-20T12:04:47.657" v="217" actId="14100"/>
          <ac:picMkLst>
            <pc:docMk/>
            <pc:sldMk cId="2540274321" sldId="266"/>
            <ac:picMk id="9" creationId="{BB39BAD9-3511-12E2-6E8B-F0265FE6F796}"/>
          </ac:picMkLst>
        </pc:picChg>
        <pc:picChg chg="add mod">
          <ac:chgData name="haohan yu" userId="d72680ed762d024a" providerId="LiveId" clId="{2D1876A4-4DA7-4B08-BD2D-83EA0E7CF0B9}" dt="2026-09-20T12:04:53.801" v="218" actId="14100"/>
          <ac:picMkLst>
            <pc:docMk/>
            <pc:sldMk cId="2540274321" sldId="266"/>
            <ac:picMk id="11" creationId="{4BAAA2C6-8AC0-4797-8834-184A3F9EEEBC}"/>
          </ac:picMkLst>
        </pc:picChg>
      </pc:sldChg>
      <pc:sldChg chg="addSp delSp modSp new mod">
        <pc:chgData name="haohan yu" userId="d72680ed762d024a" providerId="LiveId" clId="{2D1876A4-4DA7-4B08-BD2D-83EA0E7CF0B9}" dt="2026-09-20T12:05:29.251" v="227" actId="14100"/>
        <pc:sldMkLst>
          <pc:docMk/>
          <pc:sldMk cId="881276057" sldId="267"/>
        </pc:sldMkLst>
        <pc:spChg chg="del">
          <ac:chgData name="haohan yu" userId="d72680ed762d024a" providerId="LiveId" clId="{2D1876A4-4DA7-4B08-BD2D-83EA0E7CF0B9}" dt="2026-09-20T11:54:29.616" v="156"/>
          <ac:spMkLst>
            <pc:docMk/>
            <pc:sldMk cId="881276057" sldId="267"/>
            <ac:spMk id="3" creationId="{6472FB33-337A-F482-93DE-7E94F76B2D8B}"/>
          </ac:spMkLst>
        </pc:spChg>
        <pc:picChg chg="add mod ord">
          <ac:chgData name="haohan yu" userId="d72680ed762d024a" providerId="LiveId" clId="{2D1876A4-4DA7-4B08-BD2D-83EA0E7CF0B9}" dt="2026-09-20T12:05:29.251" v="227" actId="14100"/>
          <ac:picMkLst>
            <pc:docMk/>
            <pc:sldMk cId="881276057" sldId="267"/>
            <ac:picMk id="5" creationId="{0442174F-7281-21C0-A791-AB5414BD03C2}"/>
          </ac:picMkLst>
        </pc:picChg>
        <pc:picChg chg="add mod">
          <ac:chgData name="haohan yu" userId="d72680ed762d024a" providerId="LiveId" clId="{2D1876A4-4DA7-4B08-BD2D-83EA0E7CF0B9}" dt="2026-09-20T12:05:11.757" v="222" actId="14100"/>
          <ac:picMkLst>
            <pc:docMk/>
            <pc:sldMk cId="881276057" sldId="267"/>
            <ac:picMk id="7" creationId="{C6F59E64-2A9F-08E0-4D38-4707D18C34D2}"/>
          </ac:picMkLst>
        </pc:picChg>
        <pc:picChg chg="add mod">
          <ac:chgData name="haohan yu" userId="d72680ed762d024a" providerId="LiveId" clId="{2D1876A4-4DA7-4B08-BD2D-83EA0E7CF0B9}" dt="2026-09-20T12:05:08.895" v="221" actId="14100"/>
          <ac:picMkLst>
            <pc:docMk/>
            <pc:sldMk cId="881276057" sldId="267"/>
            <ac:picMk id="9" creationId="{9BBAE662-8473-DAC0-ED01-8C985BA5C64C}"/>
          </ac:picMkLst>
        </pc:picChg>
        <pc:picChg chg="add mod">
          <ac:chgData name="haohan yu" userId="d72680ed762d024a" providerId="LiveId" clId="{2D1876A4-4DA7-4B08-BD2D-83EA0E7CF0B9}" dt="2026-09-20T12:05:19.786" v="224" actId="14100"/>
          <ac:picMkLst>
            <pc:docMk/>
            <pc:sldMk cId="881276057" sldId="267"/>
            <ac:picMk id="11" creationId="{690940A8-9B26-4649-B6C0-DAF82F80D1DE}"/>
          </ac:picMkLst>
        </pc:picChg>
      </pc:sldChg>
      <pc:sldChg chg="addSp new mod">
        <pc:chgData name="haohan yu" userId="d72680ed762d024a" providerId="LiveId" clId="{2D1876A4-4DA7-4B08-BD2D-83EA0E7CF0B9}" dt="2026-09-20T12:02:44.715" v="194" actId="22"/>
        <pc:sldMkLst>
          <pc:docMk/>
          <pc:sldMk cId="3000519164" sldId="268"/>
        </pc:sldMkLst>
        <pc:picChg chg="add">
          <ac:chgData name="haohan yu" userId="d72680ed762d024a" providerId="LiveId" clId="{2D1876A4-4DA7-4B08-BD2D-83EA0E7CF0B9}" dt="2026-09-20T12:02:44.715" v="194" actId="22"/>
          <ac:picMkLst>
            <pc:docMk/>
            <pc:sldMk cId="3000519164" sldId="268"/>
            <ac:picMk id="5" creationId="{AED4A481-E7D8-4418-2E65-E96BC9AA82E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5A7C2-85C6-21FA-F677-C8089E810F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Δλ</a:t>
            </a:r>
            <a:r>
              <a:rPr lang="en-US" altLang="zh-CN" dirty="0"/>
              <a:t>=0.16nm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FF210C-4250-3EE1-C851-D691158F6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114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2C868-50BA-11FD-DE06-796C31CE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D6DF4F-30A7-8750-689A-F1DA37642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D4A481-E7D8-4418-2E65-E96BC9AA8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487" y="0"/>
            <a:ext cx="7581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51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91977-ABE9-4ED4-453A-A169B845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BC76B646-1A8E-5474-2157-33BEEE8A5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12" y="162232"/>
            <a:ext cx="12167421" cy="567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30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C5676-904C-A2C1-7A0F-E778B1C8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EBFEC06-5BB1-93E9-97A9-44B9137E6E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" y="186813"/>
            <a:ext cx="12227828" cy="57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36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77F69D-3AEB-91CB-A79A-74F32B44C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A59F06-8AF2-2B59-3D69-C64765B88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图片预览">
            <a:extLst>
              <a:ext uri="{FF2B5EF4-FFF2-40B4-BE49-F238E27FC236}">
                <a16:creationId xmlns:a16="http://schemas.microsoft.com/office/drawing/2014/main" id="{2FC3BBF9-8A80-EEAC-6A64-8C147981D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125"/>
            <a:ext cx="12188490" cy="568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5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9DF2A-BA73-0068-A735-5FF89C000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853711-2989-67B9-5ABC-F27BF2BAA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20160909153 RMSE 热图">
            <a:extLst>
              <a:ext uri="{FF2B5EF4-FFF2-40B4-BE49-F238E27FC236}">
                <a16:creationId xmlns:a16="http://schemas.microsoft.com/office/drawing/2014/main" id="{C1B41850-3A52-B39D-F76D-019DE1EE3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9" y="365125"/>
            <a:ext cx="12021455" cy="567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16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96C404-E59A-AD2D-5B13-A8B11D70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ECEE65-D883-EADF-F4AD-B48B88759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20160919163 RMSE 热图">
            <a:extLst>
              <a:ext uri="{FF2B5EF4-FFF2-40B4-BE49-F238E27FC236}">
                <a16:creationId xmlns:a16="http://schemas.microsoft.com/office/drawing/2014/main" id="{A667E2E7-7DE2-F6ED-E7EC-92E30622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5187"/>
            <a:ext cx="12182313" cy="575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479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30AAE-EB8B-767F-4BC7-8B39390B5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E69ED4-5465-EBD9-8BE9-751B7F916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20170811020 RMSE 热图">
            <a:extLst>
              <a:ext uri="{FF2B5EF4-FFF2-40B4-BE49-F238E27FC236}">
                <a16:creationId xmlns:a16="http://schemas.microsoft.com/office/drawing/2014/main" id="{E1BFB66C-B4CE-6E0D-C7DB-9F5BB122B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" y="580104"/>
            <a:ext cx="12170019" cy="574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029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20885-525D-7550-CA4C-78604A15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B97C15C-7F87-1EBC-ED6F-0579CD181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717" y="3414132"/>
            <a:ext cx="4093306" cy="31836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37D2936-29A4-4409-B6BE-34D05975D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549445"/>
            <a:ext cx="3977728" cy="30937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955654C-D940-3483-8C06-5C79A77583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3070"/>
            <a:ext cx="3977727" cy="30937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05EBFB0-E181-247A-4E71-73C9E9C0F9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716" y="48289"/>
            <a:ext cx="3977727" cy="309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89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1EF2A-CD1A-043A-3C91-6DD56A4E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79D25E9-5833-B542-AA2C-DF841C29E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512" y="3150980"/>
            <a:ext cx="4206214" cy="32715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7C13B56-93DB-FD8D-4973-484C11A25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287611"/>
            <a:ext cx="4410499" cy="34303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B39BAD9-3511-12E2-6E8B-F0265FE6F7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444" y="0"/>
            <a:ext cx="4206214" cy="32715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BAAA2C6-8AC0-4797-8834-184A3F9EEE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-820"/>
            <a:ext cx="4052315" cy="315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74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A2186-8662-4991-7824-A02188D1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442174F-7281-21C0-A791-AB5414BD03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813" y="3429001"/>
            <a:ext cx="4370449" cy="33992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F59E64-2A9F-08E0-4D38-4707D18C3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590" y="3483611"/>
            <a:ext cx="4338502" cy="33743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BBAE662-8473-DAC0-ED01-8C985BA5C6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590" y="1"/>
            <a:ext cx="4408715" cy="3429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90940A8-9B26-4649-B6C0-DAF82F80D1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911" y="-1"/>
            <a:ext cx="4370449" cy="339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276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D456C7-F3E8-DF45-9471-305D98EB7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CB72FA-8AEE-1CD8-8946-76BDD39F2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3ACA0D-9DD6-A398-15D6-7A4115B93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2" y="1356370"/>
            <a:ext cx="12164605" cy="383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64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14D29-0447-B8B1-E232-00E3F633A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3A3868-A065-F2B3-8BB7-A0C37ABF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Fig1c平移与未平移拟合对照">
            <a:extLst>
              <a:ext uri="{FF2B5EF4-FFF2-40B4-BE49-F238E27FC236}">
                <a16:creationId xmlns:a16="http://schemas.microsoft.com/office/drawing/2014/main" id="{F3417519-1A88-6291-A580-336774D16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65" y="-46067"/>
            <a:ext cx="8657302" cy="680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4959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</Words>
  <Application>Microsoft Office PowerPoint</Application>
  <PresentationFormat>宽屏</PresentationFormat>
  <Paragraphs>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WPS</vt:lpstr>
      <vt:lpstr>Δλ=0.16nm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</dc:creator>
  <cp:lastModifiedBy>haohan yu</cp:lastModifiedBy>
  <cp:revision>4</cp:revision>
  <dcterms:created xsi:type="dcterms:W3CDTF">2023-08-09T12:44:00Z</dcterms:created>
  <dcterms:modified xsi:type="dcterms:W3CDTF">2026-09-20T12:05:43Z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